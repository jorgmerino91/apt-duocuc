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64" r:id="rId1"/>
  </p:sldMasterIdLst>
  <p:sldIdLst>
    <p:sldId id="256" r:id="rId2"/>
    <p:sldId id="258" r:id="rId3"/>
    <p:sldId id="259" r:id="rId4"/>
    <p:sldId id="266" r:id="rId5"/>
    <p:sldId id="272" r:id="rId6"/>
    <p:sldId id="273" r:id="rId7"/>
    <p:sldId id="267" r:id="rId8"/>
    <p:sldId id="271" r:id="rId9"/>
    <p:sldId id="261" r:id="rId10"/>
    <p:sldId id="262" r:id="rId11"/>
    <p:sldId id="263" r:id="rId12"/>
    <p:sldId id="268" r:id="rId13"/>
    <p:sldId id="270" r:id="rId14"/>
    <p:sldId id="275" r:id="rId15"/>
    <p:sldId id="274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011" autoAdjust="0"/>
    <p:restoredTop sz="94068" autoAdjust="0"/>
  </p:normalViewPr>
  <p:slideViewPr>
    <p:cSldViewPr snapToGrid="0">
      <p:cViewPr varScale="1">
        <p:scale>
          <a:sx n="78" d="100"/>
          <a:sy n="78" d="100"/>
        </p:scale>
        <p:origin x="696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E93A0EA-D9E6-4D2B-BB09-B9CBDE291C4F}" type="doc">
      <dgm:prSet loTypeId="urn:microsoft.com/office/officeart/2005/8/layout/cycle4" loCatId="matrix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s-CL"/>
        </a:p>
      </dgm:t>
    </dgm:pt>
    <dgm:pt modelId="{F9CA49D4-9773-4BB8-90EB-3E3BB013B7B7}">
      <dgm:prSet phldrT="[Texto]"/>
      <dgm:spPr/>
      <dgm:t>
        <a:bodyPr/>
        <a:lstStyle/>
        <a:p>
          <a:pPr>
            <a:buNone/>
          </a:pPr>
          <a:r>
            <a:rPr lang="es-CL" b="1" noProof="0" dirty="0" err="1">
              <a:latin typeface="ui-sans-serif" pitchFamily="34" charset="0"/>
              <a:ea typeface="ui-sans-serif" pitchFamily="34" charset="-122"/>
              <a:cs typeface="ui-sans-serif" pitchFamily="34" charset="-120"/>
            </a:rPr>
            <a:t>React</a:t>
          </a:r>
          <a:r>
            <a:rPr lang="es-CL" b="1" noProof="0" dirty="0">
              <a:latin typeface="ui-sans-serif" pitchFamily="34" charset="0"/>
              <a:ea typeface="ui-sans-serif" pitchFamily="34" charset="-122"/>
              <a:cs typeface="ui-sans-serif" pitchFamily="34" charset="-120"/>
            </a:rPr>
            <a:t> Native con </a:t>
          </a:r>
          <a:r>
            <a:rPr lang="es-CL" b="1" noProof="0" dirty="0" err="1">
              <a:latin typeface="ui-sans-serif" pitchFamily="34" charset="0"/>
              <a:ea typeface="ui-sans-serif" pitchFamily="34" charset="-122"/>
              <a:cs typeface="ui-sans-serif" pitchFamily="34" charset="-120"/>
            </a:rPr>
            <a:t>TypeScript</a:t>
          </a:r>
          <a:endParaRPr lang="es-CL" noProof="0" dirty="0"/>
        </a:p>
      </dgm:t>
    </dgm:pt>
    <dgm:pt modelId="{12ED0E03-906E-43CD-9061-2A07743C2453}" type="parTrans" cxnId="{9DC96304-50A1-4D16-8DAA-DE95C1022173}">
      <dgm:prSet/>
      <dgm:spPr/>
      <dgm:t>
        <a:bodyPr/>
        <a:lstStyle/>
        <a:p>
          <a:endParaRPr lang="es-CL"/>
        </a:p>
      </dgm:t>
    </dgm:pt>
    <dgm:pt modelId="{BA874A28-180C-4DEC-B17F-B144D1677FE6}" type="sibTrans" cxnId="{9DC96304-50A1-4D16-8DAA-DE95C1022173}">
      <dgm:prSet/>
      <dgm:spPr/>
      <dgm:t>
        <a:bodyPr/>
        <a:lstStyle/>
        <a:p>
          <a:endParaRPr lang="es-CL"/>
        </a:p>
      </dgm:t>
    </dgm:pt>
    <dgm:pt modelId="{E2F34320-E5A2-4B54-957B-ADB93FB328D2}">
      <dgm:prSet phldrT="[Texto]"/>
      <dgm:spPr/>
      <dgm:t>
        <a:bodyPr/>
        <a:lstStyle/>
        <a:p>
          <a:pPr>
            <a:buNone/>
          </a:pPr>
          <a:r>
            <a:rPr lang="es-CL" b="1" noProof="0" dirty="0" err="1">
              <a:latin typeface="ui-sans-serif" pitchFamily="34" charset="0"/>
              <a:ea typeface="ui-sans-serif" pitchFamily="34" charset="-122"/>
              <a:cs typeface="ui-sans-serif" pitchFamily="34" charset="-120"/>
            </a:rPr>
            <a:t>Frontend</a:t>
          </a:r>
          <a:r>
            <a:rPr lang="es-CL" b="1" noProof="0" dirty="0">
              <a:latin typeface="ui-sans-serif" pitchFamily="34" charset="0"/>
              <a:ea typeface="ui-sans-serif" pitchFamily="34" charset="-122"/>
              <a:cs typeface="ui-sans-serif" pitchFamily="34" charset="-120"/>
            </a:rPr>
            <a:t> Móvil</a:t>
          </a:r>
          <a:endParaRPr lang="es-CL" noProof="0" dirty="0"/>
        </a:p>
      </dgm:t>
    </dgm:pt>
    <dgm:pt modelId="{0BC91791-5A84-4E10-98CC-B948FA619FAF}" type="parTrans" cxnId="{CEA74591-204E-4699-874F-140BE33B026A}">
      <dgm:prSet/>
      <dgm:spPr/>
      <dgm:t>
        <a:bodyPr/>
        <a:lstStyle/>
        <a:p>
          <a:endParaRPr lang="es-CL"/>
        </a:p>
      </dgm:t>
    </dgm:pt>
    <dgm:pt modelId="{E7525DC3-5491-48EF-AD26-DD9AA90B8609}" type="sibTrans" cxnId="{CEA74591-204E-4699-874F-140BE33B026A}">
      <dgm:prSet/>
      <dgm:spPr/>
      <dgm:t>
        <a:bodyPr/>
        <a:lstStyle/>
        <a:p>
          <a:endParaRPr lang="es-CL"/>
        </a:p>
      </dgm:t>
    </dgm:pt>
    <dgm:pt modelId="{94A8D41C-247C-4605-B1E8-1D49D4D611A0}">
      <dgm:prSet phldrT="[Texto]"/>
      <dgm:spPr/>
      <dgm:t>
        <a:bodyPr/>
        <a:lstStyle/>
        <a:p>
          <a:pPr>
            <a:buNone/>
          </a:pPr>
          <a:r>
            <a:rPr lang="es-CL" b="1" noProof="0" dirty="0" err="1">
              <a:latin typeface="ui-sans-serif" pitchFamily="34" charset="0"/>
              <a:ea typeface="ui-sans-serif" pitchFamily="34" charset="-122"/>
              <a:cs typeface="ui-sans-serif" pitchFamily="34" charset="-120"/>
            </a:rPr>
            <a:t>FastAPI</a:t>
          </a:r>
          <a:r>
            <a:rPr lang="es-CL" b="1" noProof="0" dirty="0">
              <a:latin typeface="ui-sans-serif" pitchFamily="34" charset="0"/>
              <a:ea typeface="ui-sans-serif" pitchFamily="34" charset="-122"/>
              <a:cs typeface="ui-sans-serif" pitchFamily="34" charset="-120"/>
            </a:rPr>
            <a:t> en Python</a:t>
          </a:r>
          <a:endParaRPr lang="es-CL" noProof="0" dirty="0"/>
        </a:p>
      </dgm:t>
    </dgm:pt>
    <dgm:pt modelId="{247C1C19-049D-4644-B880-9107ACCF062A}" type="parTrans" cxnId="{847B5DBD-9F0E-4295-828C-308380B0BE45}">
      <dgm:prSet/>
      <dgm:spPr/>
      <dgm:t>
        <a:bodyPr/>
        <a:lstStyle/>
        <a:p>
          <a:endParaRPr lang="es-CL"/>
        </a:p>
      </dgm:t>
    </dgm:pt>
    <dgm:pt modelId="{E4A80F9E-3635-496F-B5A5-7DB0B08A75A4}" type="sibTrans" cxnId="{847B5DBD-9F0E-4295-828C-308380B0BE45}">
      <dgm:prSet/>
      <dgm:spPr/>
      <dgm:t>
        <a:bodyPr/>
        <a:lstStyle/>
        <a:p>
          <a:endParaRPr lang="es-CL"/>
        </a:p>
      </dgm:t>
    </dgm:pt>
    <dgm:pt modelId="{DAF79E24-B3FA-4B4D-900E-C03D067048D4}">
      <dgm:prSet phldrT="[Texto]"/>
      <dgm:spPr/>
      <dgm:t>
        <a:bodyPr/>
        <a:lstStyle/>
        <a:p>
          <a:pPr>
            <a:buNone/>
          </a:pPr>
          <a:r>
            <a:rPr lang="es-CL" b="1" noProof="0" dirty="0" err="1">
              <a:latin typeface="ui-sans-serif" pitchFamily="34" charset="0"/>
              <a:ea typeface="ui-sans-serif" pitchFamily="34" charset="-122"/>
              <a:cs typeface="ui-sans-serif" pitchFamily="34" charset="-120"/>
            </a:rPr>
            <a:t>Backend</a:t>
          </a:r>
          <a:endParaRPr lang="es-CL" noProof="0" dirty="0"/>
        </a:p>
      </dgm:t>
    </dgm:pt>
    <dgm:pt modelId="{1AAE538C-83F9-49D8-895D-272280464365}" type="parTrans" cxnId="{2AAFE4F7-EDCE-4579-8BA3-B1A7A1525ED8}">
      <dgm:prSet/>
      <dgm:spPr/>
      <dgm:t>
        <a:bodyPr/>
        <a:lstStyle/>
        <a:p>
          <a:endParaRPr lang="es-CL"/>
        </a:p>
      </dgm:t>
    </dgm:pt>
    <dgm:pt modelId="{F64D8490-F881-4186-8E5A-2C1F5450AE63}" type="sibTrans" cxnId="{2AAFE4F7-EDCE-4579-8BA3-B1A7A1525ED8}">
      <dgm:prSet/>
      <dgm:spPr/>
      <dgm:t>
        <a:bodyPr/>
        <a:lstStyle/>
        <a:p>
          <a:endParaRPr lang="es-CL"/>
        </a:p>
      </dgm:t>
    </dgm:pt>
    <dgm:pt modelId="{6151C88F-0B25-4D1D-90EB-78A1B97CAB26}">
      <dgm:prSet phldrT="[Texto]"/>
      <dgm:spPr/>
      <dgm:t>
        <a:bodyPr/>
        <a:lstStyle/>
        <a:p>
          <a:pPr>
            <a:buNone/>
          </a:pPr>
          <a:r>
            <a:rPr lang="es-CL" b="1" noProof="0" dirty="0">
              <a:latin typeface="ui-sans-serif" pitchFamily="34" charset="0"/>
              <a:ea typeface="ui-sans-serif" pitchFamily="34" charset="-122"/>
              <a:cs typeface="ui-sans-serif" pitchFamily="34" charset="-120"/>
            </a:rPr>
            <a:t>Modelo Gemma3:4B</a:t>
          </a:r>
          <a:endParaRPr lang="es-CL" noProof="0" dirty="0"/>
        </a:p>
      </dgm:t>
    </dgm:pt>
    <dgm:pt modelId="{42506130-6BA2-4A93-8F5D-FF3E1A5E73A4}" type="parTrans" cxnId="{D1FFD588-6FDA-42EC-B672-12A7690B8A3E}">
      <dgm:prSet/>
      <dgm:spPr/>
      <dgm:t>
        <a:bodyPr/>
        <a:lstStyle/>
        <a:p>
          <a:endParaRPr lang="es-CL"/>
        </a:p>
      </dgm:t>
    </dgm:pt>
    <dgm:pt modelId="{74C618E7-479F-4146-838E-8FA19AF3270E}" type="sibTrans" cxnId="{D1FFD588-6FDA-42EC-B672-12A7690B8A3E}">
      <dgm:prSet/>
      <dgm:spPr/>
      <dgm:t>
        <a:bodyPr/>
        <a:lstStyle/>
        <a:p>
          <a:endParaRPr lang="es-CL"/>
        </a:p>
      </dgm:t>
    </dgm:pt>
    <dgm:pt modelId="{1CB274D8-2376-4E38-9019-983C779C4461}">
      <dgm:prSet phldrT="[Texto]"/>
      <dgm:spPr/>
      <dgm:t>
        <a:bodyPr/>
        <a:lstStyle/>
        <a:p>
          <a:pPr algn="r">
            <a:buNone/>
          </a:pPr>
          <a:r>
            <a:rPr lang="es-CL" b="1" noProof="0" dirty="0">
              <a:latin typeface="ui-sans-serif" pitchFamily="34" charset="0"/>
              <a:ea typeface="ui-sans-serif" pitchFamily="34" charset="-122"/>
              <a:cs typeface="ui-sans-serif" pitchFamily="34" charset="-120"/>
            </a:rPr>
            <a:t>Inteligencia Artificial</a:t>
          </a:r>
          <a:endParaRPr lang="es-CL" noProof="0" dirty="0"/>
        </a:p>
      </dgm:t>
    </dgm:pt>
    <dgm:pt modelId="{76D5D1E8-6409-409D-9A5A-3F2CE4FF38E3}" type="parTrans" cxnId="{12BEF58B-956F-4231-ACB0-C659A7781865}">
      <dgm:prSet/>
      <dgm:spPr/>
      <dgm:t>
        <a:bodyPr/>
        <a:lstStyle/>
        <a:p>
          <a:endParaRPr lang="es-CL"/>
        </a:p>
      </dgm:t>
    </dgm:pt>
    <dgm:pt modelId="{4DBF77BF-110B-4DCE-A090-8DE271BE59F8}" type="sibTrans" cxnId="{12BEF58B-956F-4231-ACB0-C659A7781865}">
      <dgm:prSet/>
      <dgm:spPr/>
      <dgm:t>
        <a:bodyPr/>
        <a:lstStyle/>
        <a:p>
          <a:endParaRPr lang="es-CL"/>
        </a:p>
      </dgm:t>
    </dgm:pt>
    <dgm:pt modelId="{BECD1E30-6DC6-4AF3-B0AC-8BC9F6EA1760}">
      <dgm:prSet phldrT="[Texto]"/>
      <dgm:spPr/>
      <dgm:t>
        <a:bodyPr/>
        <a:lstStyle/>
        <a:p>
          <a:r>
            <a:rPr lang="es-CL" b="1" noProof="0" dirty="0" err="1">
              <a:latin typeface="ui-sans-serif" pitchFamily="34" charset="0"/>
              <a:ea typeface="ui-sans-serif" pitchFamily="34" charset="-122"/>
              <a:cs typeface="ui-sans-serif" pitchFamily="34" charset="-120"/>
            </a:rPr>
            <a:t>Supabase</a:t>
          </a:r>
          <a:endParaRPr lang="es-CL" noProof="0" dirty="0"/>
        </a:p>
      </dgm:t>
    </dgm:pt>
    <dgm:pt modelId="{85DB2B0D-72D1-496C-AAD2-489BA90E6765}" type="parTrans" cxnId="{FAD8F1C0-401D-4A93-B901-6EEA3A288B49}">
      <dgm:prSet/>
      <dgm:spPr/>
      <dgm:t>
        <a:bodyPr/>
        <a:lstStyle/>
        <a:p>
          <a:endParaRPr lang="es-CL"/>
        </a:p>
      </dgm:t>
    </dgm:pt>
    <dgm:pt modelId="{6E7400C9-C137-4FF1-86E5-578001A49408}" type="sibTrans" cxnId="{FAD8F1C0-401D-4A93-B901-6EEA3A288B49}">
      <dgm:prSet/>
      <dgm:spPr/>
      <dgm:t>
        <a:bodyPr/>
        <a:lstStyle/>
        <a:p>
          <a:endParaRPr lang="es-CL"/>
        </a:p>
      </dgm:t>
    </dgm:pt>
    <dgm:pt modelId="{58180764-0602-4BC1-91E6-D8CDCBB11EC7}">
      <dgm:prSet phldrT="[Texto]"/>
      <dgm:spPr/>
      <dgm:t>
        <a:bodyPr/>
        <a:lstStyle/>
        <a:p>
          <a:pPr>
            <a:buNone/>
          </a:pPr>
          <a:r>
            <a:rPr lang="es-CL" b="1" noProof="0" dirty="0">
              <a:latin typeface="ui-sans-serif" pitchFamily="34" charset="0"/>
              <a:ea typeface="ui-sans-serif" pitchFamily="34" charset="-122"/>
              <a:cs typeface="ui-sans-serif" pitchFamily="34" charset="-120"/>
            </a:rPr>
            <a:t>Base de Datos y Autenticación</a:t>
          </a:r>
          <a:endParaRPr lang="es-CL" noProof="0" dirty="0"/>
        </a:p>
      </dgm:t>
    </dgm:pt>
    <dgm:pt modelId="{AF84B854-DF01-4AAB-9705-67E430B1EDC5}" type="parTrans" cxnId="{C075CD87-6804-45B2-8405-2FF6D164D211}">
      <dgm:prSet/>
      <dgm:spPr/>
      <dgm:t>
        <a:bodyPr/>
        <a:lstStyle/>
        <a:p>
          <a:endParaRPr lang="es-CL"/>
        </a:p>
      </dgm:t>
    </dgm:pt>
    <dgm:pt modelId="{88FEFA00-2822-41BF-8BF5-023221E5DCF2}" type="sibTrans" cxnId="{C075CD87-6804-45B2-8405-2FF6D164D211}">
      <dgm:prSet/>
      <dgm:spPr/>
      <dgm:t>
        <a:bodyPr/>
        <a:lstStyle/>
        <a:p>
          <a:endParaRPr lang="es-CL"/>
        </a:p>
      </dgm:t>
    </dgm:pt>
    <dgm:pt modelId="{C436FE75-3498-4B41-A552-119184255F91}" type="pres">
      <dgm:prSet presAssocID="{DE93A0EA-D9E6-4D2B-BB09-B9CBDE291C4F}" presName="cycleMatrixDiagram" presStyleCnt="0">
        <dgm:presLayoutVars>
          <dgm:chMax val="1"/>
          <dgm:dir/>
          <dgm:animLvl val="lvl"/>
          <dgm:resizeHandles val="exact"/>
        </dgm:presLayoutVars>
      </dgm:prSet>
      <dgm:spPr/>
    </dgm:pt>
    <dgm:pt modelId="{796710BD-28F8-472F-97A1-665AB00167D6}" type="pres">
      <dgm:prSet presAssocID="{DE93A0EA-D9E6-4D2B-BB09-B9CBDE291C4F}" presName="children" presStyleCnt="0"/>
      <dgm:spPr/>
    </dgm:pt>
    <dgm:pt modelId="{EAA6EC5F-696C-4F1D-BB16-44E3BFB1A793}" type="pres">
      <dgm:prSet presAssocID="{DE93A0EA-D9E6-4D2B-BB09-B9CBDE291C4F}" presName="child1group" presStyleCnt="0"/>
      <dgm:spPr/>
    </dgm:pt>
    <dgm:pt modelId="{2D1802B3-2B7A-40C4-B596-6FBDA51142F2}" type="pres">
      <dgm:prSet presAssocID="{DE93A0EA-D9E6-4D2B-BB09-B9CBDE291C4F}" presName="child1" presStyleLbl="bgAcc1" presStyleIdx="0" presStyleCnt="4"/>
      <dgm:spPr/>
    </dgm:pt>
    <dgm:pt modelId="{295D9507-41EF-4A5A-B0BC-E61FB30D0EBC}" type="pres">
      <dgm:prSet presAssocID="{DE93A0EA-D9E6-4D2B-BB09-B9CBDE291C4F}" presName="child1Text" presStyleLbl="bgAcc1" presStyleIdx="0" presStyleCnt="4">
        <dgm:presLayoutVars>
          <dgm:bulletEnabled val="1"/>
        </dgm:presLayoutVars>
      </dgm:prSet>
      <dgm:spPr/>
    </dgm:pt>
    <dgm:pt modelId="{3E50954E-18B2-4FDF-8C1A-E81212766916}" type="pres">
      <dgm:prSet presAssocID="{DE93A0EA-D9E6-4D2B-BB09-B9CBDE291C4F}" presName="child2group" presStyleCnt="0"/>
      <dgm:spPr/>
    </dgm:pt>
    <dgm:pt modelId="{9FBE140A-2BF4-4441-B85C-59DB39874018}" type="pres">
      <dgm:prSet presAssocID="{DE93A0EA-D9E6-4D2B-BB09-B9CBDE291C4F}" presName="child2" presStyleLbl="bgAcc1" presStyleIdx="1" presStyleCnt="4"/>
      <dgm:spPr/>
    </dgm:pt>
    <dgm:pt modelId="{D9103A38-7B92-4F38-9F7D-665DDAD0B710}" type="pres">
      <dgm:prSet presAssocID="{DE93A0EA-D9E6-4D2B-BB09-B9CBDE291C4F}" presName="child2Text" presStyleLbl="bgAcc1" presStyleIdx="1" presStyleCnt="4">
        <dgm:presLayoutVars>
          <dgm:bulletEnabled val="1"/>
        </dgm:presLayoutVars>
      </dgm:prSet>
      <dgm:spPr/>
    </dgm:pt>
    <dgm:pt modelId="{AA29A490-00EB-4C7B-9331-41DF32327C36}" type="pres">
      <dgm:prSet presAssocID="{DE93A0EA-D9E6-4D2B-BB09-B9CBDE291C4F}" presName="child3group" presStyleCnt="0"/>
      <dgm:spPr/>
    </dgm:pt>
    <dgm:pt modelId="{DF652CF2-D02E-4606-A636-DDC8B9BC6B84}" type="pres">
      <dgm:prSet presAssocID="{DE93A0EA-D9E6-4D2B-BB09-B9CBDE291C4F}" presName="child3" presStyleLbl="bgAcc1" presStyleIdx="2" presStyleCnt="4"/>
      <dgm:spPr/>
    </dgm:pt>
    <dgm:pt modelId="{3323BCAC-DFAE-46F3-B633-40134618BF1E}" type="pres">
      <dgm:prSet presAssocID="{DE93A0EA-D9E6-4D2B-BB09-B9CBDE291C4F}" presName="child3Text" presStyleLbl="bgAcc1" presStyleIdx="2" presStyleCnt="4">
        <dgm:presLayoutVars>
          <dgm:bulletEnabled val="1"/>
        </dgm:presLayoutVars>
      </dgm:prSet>
      <dgm:spPr/>
    </dgm:pt>
    <dgm:pt modelId="{EC0FE8E2-B153-4347-971B-EA193F23ED39}" type="pres">
      <dgm:prSet presAssocID="{DE93A0EA-D9E6-4D2B-BB09-B9CBDE291C4F}" presName="child4group" presStyleCnt="0"/>
      <dgm:spPr/>
    </dgm:pt>
    <dgm:pt modelId="{FD206C1F-7397-4B46-9BA1-310ED74D09C6}" type="pres">
      <dgm:prSet presAssocID="{DE93A0EA-D9E6-4D2B-BB09-B9CBDE291C4F}" presName="child4" presStyleLbl="bgAcc1" presStyleIdx="3" presStyleCnt="4"/>
      <dgm:spPr/>
    </dgm:pt>
    <dgm:pt modelId="{62E7A7E3-0C16-42F3-96E6-F619D05AD431}" type="pres">
      <dgm:prSet presAssocID="{DE93A0EA-D9E6-4D2B-BB09-B9CBDE291C4F}" presName="child4Text" presStyleLbl="bgAcc1" presStyleIdx="3" presStyleCnt="4">
        <dgm:presLayoutVars>
          <dgm:bulletEnabled val="1"/>
        </dgm:presLayoutVars>
      </dgm:prSet>
      <dgm:spPr/>
    </dgm:pt>
    <dgm:pt modelId="{DC4BCA9E-F92C-4887-91FC-1B10F3364542}" type="pres">
      <dgm:prSet presAssocID="{DE93A0EA-D9E6-4D2B-BB09-B9CBDE291C4F}" presName="childPlaceholder" presStyleCnt="0"/>
      <dgm:spPr/>
    </dgm:pt>
    <dgm:pt modelId="{0F7F8914-52D0-441B-96BE-A26049C08AF6}" type="pres">
      <dgm:prSet presAssocID="{DE93A0EA-D9E6-4D2B-BB09-B9CBDE291C4F}" presName="circle" presStyleCnt="0"/>
      <dgm:spPr/>
    </dgm:pt>
    <dgm:pt modelId="{8D5187BD-0F8F-4E17-A09A-3609B4C78C00}" type="pres">
      <dgm:prSet presAssocID="{DE93A0EA-D9E6-4D2B-BB09-B9CBDE291C4F}" presName="quadrant1" presStyleLbl="node1" presStyleIdx="0" presStyleCnt="4" custLinFactNeighborY="838">
        <dgm:presLayoutVars>
          <dgm:chMax val="1"/>
          <dgm:bulletEnabled val="1"/>
        </dgm:presLayoutVars>
      </dgm:prSet>
      <dgm:spPr/>
    </dgm:pt>
    <dgm:pt modelId="{4D20C0B1-2E48-406F-ABF6-5BC4148D9727}" type="pres">
      <dgm:prSet presAssocID="{DE93A0EA-D9E6-4D2B-BB09-B9CBDE291C4F}" presName="quadrant2" presStyleLbl="node1" presStyleIdx="1" presStyleCnt="4">
        <dgm:presLayoutVars>
          <dgm:chMax val="1"/>
          <dgm:bulletEnabled val="1"/>
        </dgm:presLayoutVars>
      </dgm:prSet>
      <dgm:spPr/>
    </dgm:pt>
    <dgm:pt modelId="{93ACB134-66B7-46D5-B466-A9ABBE711ECD}" type="pres">
      <dgm:prSet presAssocID="{DE93A0EA-D9E6-4D2B-BB09-B9CBDE291C4F}" presName="quadrant3" presStyleLbl="node1" presStyleIdx="2" presStyleCnt="4">
        <dgm:presLayoutVars>
          <dgm:chMax val="1"/>
          <dgm:bulletEnabled val="1"/>
        </dgm:presLayoutVars>
      </dgm:prSet>
      <dgm:spPr/>
    </dgm:pt>
    <dgm:pt modelId="{062D0F7B-B3E7-41BE-AF8F-31126EAD17D1}" type="pres">
      <dgm:prSet presAssocID="{DE93A0EA-D9E6-4D2B-BB09-B9CBDE291C4F}" presName="quadrant4" presStyleLbl="node1" presStyleIdx="3" presStyleCnt="4">
        <dgm:presLayoutVars>
          <dgm:chMax val="1"/>
          <dgm:bulletEnabled val="1"/>
        </dgm:presLayoutVars>
      </dgm:prSet>
      <dgm:spPr/>
    </dgm:pt>
    <dgm:pt modelId="{3F01F469-A5A6-4E6C-8F55-C6F1B05C66D7}" type="pres">
      <dgm:prSet presAssocID="{DE93A0EA-D9E6-4D2B-BB09-B9CBDE291C4F}" presName="quadrantPlaceholder" presStyleCnt="0"/>
      <dgm:spPr/>
    </dgm:pt>
    <dgm:pt modelId="{00914472-BC9F-47C9-B276-DA9A167E4371}" type="pres">
      <dgm:prSet presAssocID="{DE93A0EA-D9E6-4D2B-BB09-B9CBDE291C4F}" presName="center1" presStyleLbl="fgShp" presStyleIdx="0" presStyleCnt="2"/>
      <dgm:spPr/>
    </dgm:pt>
    <dgm:pt modelId="{E989181E-CF1B-454C-890E-082DEA7F5040}" type="pres">
      <dgm:prSet presAssocID="{DE93A0EA-D9E6-4D2B-BB09-B9CBDE291C4F}" presName="center2" presStyleLbl="fgShp" presStyleIdx="1" presStyleCnt="2"/>
      <dgm:spPr/>
    </dgm:pt>
  </dgm:ptLst>
  <dgm:cxnLst>
    <dgm:cxn modelId="{9DC96304-50A1-4D16-8DAA-DE95C1022173}" srcId="{DE93A0EA-D9E6-4D2B-BB09-B9CBDE291C4F}" destId="{F9CA49D4-9773-4BB8-90EB-3E3BB013B7B7}" srcOrd="0" destOrd="0" parTransId="{12ED0E03-906E-43CD-9061-2A07743C2453}" sibTransId="{BA874A28-180C-4DEC-B17F-B144D1677FE6}"/>
    <dgm:cxn modelId="{8615A50E-3B42-4B18-8619-D5C2AD57235B}" type="presOf" srcId="{F9CA49D4-9773-4BB8-90EB-3E3BB013B7B7}" destId="{8D5187BD-0F8F-4E17-A09A-3609B4C78C00}" srcOrd="0" destOrd="0" presId="urn:microsoft.com/office/officeart/2005/8/layout/cycle4"/>
    <dgm:cxn modelId="{E559B124-BB20-41EE-80D2-AF03D0800D8A}" type="presOf" srcId="{E2F34320-E5A2-4B54-957B-ADB93FB328D2}" destId="{2D1802B3-2B7A-40C4-B596-6FBDA51142F2}" srcOrd="0" destOrd="0" presId="urn:microsoft.com/office/officeart/2005/8/layout/cycle4"/>
    <dgm:cxn modelId="{F181CA4A-8DB6-4766-89E1-EFFD84316DD3}" type="presOf" srcId="{DE93A0EA-D9E6-4D2B-BB09-B9CBDE291C4F}" destId="{C436FE75-3498-4B41-A552-119184255F91}" srcOrd="0" destOrd="0" presId="urn:microsoft.com/office/officeart/2005/8/layout/cycle4"/>
    <dgm:cxn modelId="{287C594D-9B31-4726-94C8-D36887B9B556}" type="presOf" srcId="{BECD1E30-6DC6-4AF3-B0AC-8BC9F6EA1760}" destId="{062D0F7B-B3E7-41BE-AF8F-31126EAD17D1}" srcOrd="0" destOrd="0" presId="urn:microsoft.com/office/officeart/2005/8/layout/cycle4"/>
    <dgm:cxn modelId="{CEDC274E-5DFC-4187-8015-111579EC18D2}" type="presOf" srcId="{1CB274D8-2376-4E38-9019-983C779C4461}" destId="{3323BCAC-DFAE-46F3-B633-40134618BF1E}" srcOrd="1" destOrd="0" presId="urn:microsoft.com/office/officeart/2005/8/layout/cycle4"/>
    <dgm:cxn modelId="{5695B755-4DB6-43E0-8A7D-48397CBDC0B4}" type="presOf" srcId="{DAF79E24-B3FA-4B4D-900E-C03D067048D4}" destId="{D9103A38-7B92-4F38-9F7D-665DDAD0B710}" srcOrd="1" destOrd="0" presId="urn:microsoft.com/office/officeart/2005/8/layout/cycle4"/>
    <dgm:cxn modelId="{A2D5E784-C46E-47B7-9B7F-2ADD963FAA20}" type="presOf" srcId="{58180764-0602-4BC1-91E6-D8CDCBB11EC7}" destId="{FD206C1F-7397-4B46-9BA1-310ED74D09C6}" srcOrd="0" destOrd="0" presId="urn:microsoft.com/office/officeart/2005/8/layout/cycle4"/>
    <dgm:cxn modelId="{C075CD87-6804-45B2-8405-2FF6D164D211}" srcId="{BECD1E30-6DC6-4AF3-B0AC-8BC9F6EA1760}" destId="{58180764-0602-4BC1-91E6-D8CDCBB11EC7}" srcOrd="0" destOrd="0" parTransId="{AF84B854-DF01-4AAB-9705-67E430B1EDC5}" sibTransId="{88FEFA00-2822-41BF-8BF5-023221E5DCF2}"/>
    <dgm:cxn modelId="{D1FFD588-6FDA-42EC-B672-12A7690B8A3E}" srcId="{DE93A0EA-D9E6-4D2B-BB09-B9CBDE291C4F}" destId="{6151C88F-0B25-4D1D-90EB-78A1B97CAB26}" srcOrd="2" destOrd="0" parTransId="{42506130-6BA2-4A93-8F5D-FF3E1A5E73A4}" sibTransId="{74C618E7-479F-4146-838E-8FA19AF3270E}"/>
    <dgm:cxn modelId="{12BEF58B-956F-4231-ACB0-C659A7781865}" srcId="{6151C88F-0B25-4D1D-90EB-78A1B97CAB26}" destId="{1CB274D8-2376-4E38-9019-983C779C4461}" srcOrd="0" destOrd="0" parTransId="{76D5D1E8-6409-409D-9A5A-3F2CE4FF38E3}" sibTransId="{4DBF77BF-110B-4DCE-A090-8DE271BE59F8}"/>
    <dgm:cxn modelId="{A4AC2C8E-CF62-4B17-8713-94D825BD9195}" type="presOf" srcId="{94A8D41C-247C-4605-B1E8-1D49D4D611A0}" destId="{4D20C0B1-2E48-406F-ABF6-5BC4148D9727}" srcOrd="0" destOrd="0" presId="urn:microsoft.com/office/officeart/2005/8/layout/cycle4"/>
    <dgm:cxn modelId="{CEA74591-204E-4699-874F-140BE33B026A}" srcId="{F9CA49D4-9773-4BB8-90EB-3E3BB013B7B7}" destId="{E2F34320-E5A2-4B54-957B-ADB93FB328D2}" srcOrd="0" destOrd="0" parTransId="{0BC91791-5A84-4E10-98CC-B948FA619FAF}" sibTransId="{E7525DC3-5491-48EF-AD26-DD9AA90B8609}"/>
    <dgm:cxn modelId="{F971F4A0-581F-483A-B43C-FB28357867BC}" type="presOf" srcId="{58180764-0602-4BC1-91E6-D8CDCBB11EC7}" destId="{62E7A7E3-0C16-42F3-96E6-F619D05AD431}" srcOrd="1" destOrd="0" presId="urn:microsoft.com/office/officeart/2005/8/layout/cycle4"/>
    <dgm:cxn modelId="{847B5DBD-9F0E-4295-828C-308380B0BE45}" srcId="{DE93A0EA-D9E6-4D2B-BB09-B9CBDE291C4F}" destId="{94A8D41C-247C-4605-B1E8-1D49D4D611A0}" srcOrd="1" destOrd="0" parTransId="{247C1C19-049D-4644-B880-9107ACCF062A}" sibTransId="{E4A80F9E-3635-496F-B5A5-7DB0B08A75A4}"/>
    <dgm:cxn modelId="{FAD8F1C0-401D-4A93-B901-6EEA3A288B49}" srcId="{DE93A0EA-D9E6-4D2B-BB09-B9CBDE291C4F}" destId="{BECD1E30-6DC6-4AF3-B0AC-8BC9F6EA1760}" srcOrd="3" destOrd="0" parTransId="{85DB2B0D-72D1-496C-AAD2-489BA90E6765}" sibTransId="{6E7400C9-C137-4FF1-86E5-578001A49408}"/>
    <dgm:cxn modelId="{558892CE-DDC5-4DA6-94FB-5D2C94DD66B5}" type="presOf" srcId="{6151C88F-0B25-4D1D-90EB-78A1B97CAB26}" destId="{93ACB134-66B7-46D5-B466-A9ABBE711ECD}" srcOrd="0" destOrd="0" presId="urn:microsoft.com/office/officeart/2005/8/layout/cycle4"/>
    <dgm:cxn modelId="{A5DE15D0-23EF-4744-97FD-9910AA258442}" type="presOf" srcId="{1CB274D8-2376-4E38-9019-983C779C4461}" destId="{DF652CF2-D02E-4606-A636-DDC8B9BC6B84}" srcOrd="0" destOrd="0" presId="urn:microsoft.com/office/officeart/2005/8/layout/cycle4"/>
    <dgm:cxn modelId="{E92D66D8-A1D4-496C-916B-083526CB0A5C}" type="presOf" srcId="{DAF79E24-B3FA-4B4D-900E-C03D067048D4}" destId="{9FBE140A-2BF4-4441-B85C-59DB39874018}" srcOrd="0" destOrd="0" presId="urn:microsoft.com/office/officeart/2005/8/layout/cycle4"/>
    <dgm:cxn modelId="{5E8A21E6-B448-4A17-A7FF-5A6298F749E7}" type="presOf" srcId="{E2F34320-E5A2-4B54-957B-ADB93FB328D2}" destId="{295D9507-41EF-4A5A-B0BC-E61FB30D0EBC}" srcOrd="1" destOrd="0" presId="urn:microsoft.com/office/officeart/2005/8/layout/cycle4"/>
    <dgm:cxn modelId="{2AAFE4F7-EDCE-4579-8BA3-B1A7A1525ED8}" srcId="{94A8D41C-247C-4605-B1E8-1D49D4D611A0}" destId="{DAF79E24-B3FA-4B4D-900E-C03D067048D4}" srcOrd="0" destOrd="0" parTransId="{1AAE538C-83F9-49D8-895D-272280464365}" sibTransId="{F64D8490-F881-4186-8E5A-2C1F5450AE63}"/>
    <dgm:cxn modelId="{BA48948E-507B-48FF-A6A2-EC104E6A4DFF}" type="presParOf" srcId="{C436FE75-3498-4B41-A552-119184255F91}" destId="{796710BD-28F8-472F-97A1-665AB00167D6}" srcOrd="0" destOrd="0" presId="urn:microsoft.com/office/officeart/2005/8/layout/cycle4"/>
    <dgm:cxn modelId="{C9E0D7D3-EE5A-479A-A91C-782933253904}" type="presParOf" srcId="{796710BD-28F8-472F-97A1-665AB00167D6}" destId="{EAA6EC5F-696C-4F1D-BB16-44E3BFB1A793}" srcOrd="0" destOrd="0" presId="urn:microsoft.com/office/officeart/2005/8/layout/cycle4"/>
    <dgm:cxn modelId="{659521B6-3486-4D9E-B393-C7F91B0E2281}" type="presParOf" srcId="{EAA6EC5F-696C-4F1D-BB16-44E3BFB1A793}" destId="{2D1802B3-2B7A-40C4-B596-6FBDA51142F2}" srcOrd="0" destOrd="0" presId="urn:microsoft.com/office/officeart/2005/8/layout/cycle4"/>
    <dgm:cxn modelId="{3A2C89FE-97B9-4461-8E6E-095EAC7723EE}" type="presParOf" srcId="{EAA6EC5F-696C-4F1D-BB16-44E3BFB1A793}" destId="{295D9507-41EF-4A5A-B0BC-E61FB30D0EBC}" srcOrd="1" destOrd="0" presId="urn:microsoft.com/office/officeart/2005/8/layout/cycle4"/>
    <dgm:cxn modelId="{A297C722-687C-4601-A4B2-F4C69A18BC63}" type="presParOf" srcId="{796710BD-28F8-472F-97A1-665AB00167D6}" destId="{3E50954E-18B2-4FDF-8C1A-E81212766916}" srcOrd="1" destOrd="0" presId="urn:microsoft.com/office/officeart/2005/8/layout/cycle4"/>
    <dgm:cxn modelId="{CFB0F8CB-A8BB-462E-9984-457E898EA98A}" type="presParOf" srcId="{3E50954E-18B2-4FDF-8C1A-E81212766916}" destId="{9FBE140A-2BF4-4441-B85C-59DB39874018}" srcOrd="0" destOrd="0" presId="urn:microsoft.com/office/officeart/2005/8/layout/cycle4"/>
    <dgm:cxn modelId="{253B4A7E-AF43-4359-94D3-490CED02B10F}" type="presParOf" srcId="{3E50954E-18B2-4FDF-8C1A-E81212766916}" destId="{D9103A38-7B92-4F38-9F7D-665DDAD0B710}" srcOrd="1" destOrd="0" presId="urn:microsoft.com/office/officeart/2005/8/layout/cycle4"/>
    <dgm:cxn modelId="{3F01E3A0-1B34-4FE1-B630-AF86AEE1E5A4}" type="presParOf" srcId="{796710BD-28F8-472F-97A1-665AB00167D6}" destId="{AA29A490-00EB-4C7B-9331-41DF32327C36}" srcOrd="2" destOrd="0" presId="urn:microsoft.com/office/officeart/2005/8/layout/cycle4"/>
    <dgm:cxn modelId="{63D6F5BB-12CB-4E8A-BAFF-38047F2A40C1}" type="presParOf" srcId="{AA29A490-00EB-4C7B-9331-41DF32327C36}" destId="{DF652CF2-D02E-4606-A636-DDC8B9BC6B84}" srcOrd="0" destOrd="0" presId="urn:microsoft.com/office/officeart/2005/8/layout/cycle4"/>
    <dgm:cxn modelId="{E2E657F2-3F60-4788-B5E9-C1CA4331D9BE}" type="presParOf" srcId="{AA29A490-00EB-4C7B-9331-41DF32327C36}" destId="{3323BCAC-DFAE-46F3-B633-40134618BF1E}" srcOrd="1" destOrd="0" presId="urn:microsoft.com/office/officeart/2005/8/layout/cycle4"/>
    <dgm:cxn modelId="{B351A137-C522-4428-B664-F45283497DAF}" type="presParOf" srcId="{796710BD-28F8-472F-97A1-665AB00167D6}" destId="{EC0FE8E2-B153-4347-971B-EA193F23ED39}" srcOrd="3" destOrd="0" presId="urn:microsoft.com/office/officeart/2005/8/layout/cycle4"/>
    <dgm:cxn modelId="{3567B4ED-882E-41E0-9845-5B16F5C4E2B7}" type="presParOf" srcId="{EC0FE8E2-B153-4347-971B-EA193F23ED39}" destId="{FD206C1F-7397-4B46-9BA1-310ED74D09C6}" srcOrd="0" destOrd="0" presId="urn:microsoft.com/office/officeart/2005/8/layout/cycle4"/>
    <dgm:cxn modelId="{A5F2E76C-C586-482F-9EC7-69E49269FD62}" type="presParOf" srcId="{EC0FE8E2-B153-4347-971B-EA193F23ED39}" destId="{62E7A7E3-0C16-42F3-96E6-F619D05AD431}" srcOrd="1" destOrd="0" presId="urn:microsoft.com/office/officeart/2005/8/layout/cycle4"/>
    <dgm:cxn modelId="{1F5B3036-5A1E-4439-820F-39560684BD28}" type="presParOf" srcId="{796710BD-28F8-472F-97A1-665AB00167D6}" destId="{DC4BCA9E-F92C-4887-91FC-1B10F3364542}" srcOrd="4" destOrd="0" presId="urn:microsoft.com/office/officeart/2005/8/layout/cycle4"/>
    <dgm:cxn modelId="{3486C14B-C4CE-41AC-92BF-8C7E06748997}" type="presParOf" srcId="{C436FE75-3498-4B41-A552-119184255F91}" destId="{0F7F8914-52D0-441B-96BE-A26049C08AF6}" srcOrd="1" destOrd="0" presId="urn:microsoft.com/office/officeart/2005/8/layout/cycle4"/>
    <dgm:cxn modelId="{976F9B49-B44F-4CA4-BBA0-807ED15C2713}" type="presParOf" srcId="{0F7F8914-52D0-441B-96BE-A26049C08AF6}" destId="{8D5187BD-0F8F-4E17-A09A-3609B4C78C00}" srcOrd="0" destOrd="0" presId="urn:microsoft.com/office/officeart/2005/8/layout/cycle4"/>
    <dgm:cxn modelId="{3E0493B2-8F4F-4DE8-93F5-AF0381E52E1A}" type="presParOf" srcId="{0F7F8914-52D0-441B-96BE-A26049C08AF6}" destId="{4D20C0B1-2E48-406F-ABF6-5BC4148D9727}" srcOrd="1" destOrd="0" presId="urn:microsoft.com/office/officeart/2005/8/layout/cycle4"/>
    <dgm:cxn modelId="{F26DFEFD-8ABB-49A3-B0BE-5D1F94563C93}" type="presParOf" srcId="{0F7F8914-52D0-441B-96BE-A26049C08AF6}" destId="{93ACB134-66B7-46D5-B466-A9ABBE711ECD}" srcOrd="2" destOrd="0" presId="urn:microsoft.com/office/officeart/2005/8/layout/cycle4"/>
    <dgm:cxn modelId="{FF7283EE-9C1E-46EB-991C-01E9EB83273C}" type="presParOf" srcId="{0F7F8914-52D0-441B-96BE-A26049C08AF6}" destId="{062D0F7B-B3E7-41BE-AF8F-31126EAD17D1}" srcOrd="3" destOrd="0" presId="urn:microsoft.com/office/officeart/2005/8/layout/cycle4"/>
    <dgm:cxn modelId="{CCA60F22-A24A-4F00-B267-C4C5EF71B20D}" type="presParOf" srcId="{0F7F8914-52D0-441B-96BE-A26049C08AF6}" destId="{3F01F469-A5A6-4E6C-8F55-C6F1B05C66D7}" srcOrd="4" destOrd="0" presId="urn:microsoft.com/office/officeart/2005/8/layout/cycle4"/>
    <dgm:cxn modelId="{EFF566D1-C452-49BC-8D62-6052E8027B21}" type="presParOf" srcId="{C436FE75-3498-4B41-A552-119184255F91}" destId="{00914472-BC9F-47C9-B276-DA9A167E4371}" srcOrd="2" destOrd="0" presId="urn:microsoft.com/office/officeart/2005/8/layout/cycle4"/>
    <dgm:cxn modelId="{FE86D36E-6585-4E1F-BFD2-9501956F910B}" type="presParOf" srcId="{C436FE75-3498-4B41-A552-119184255F91}" destId="{E989181E-CF1B-454C-890E-082DEA7F5040}" srcOrd="3" destOrd="0" presId="urn:microsoft.com/office/officeart/2005/8/layout/cycle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F652CF2-D02E-4606-A636-DDC8B9BC6B84}">
      <dsp:nvSpPr>
        <dsp:cNvPr id="0" name=""/>
        <dsp:cNvSpPr/>
      </dsp:nvSpPr>
      <dsp:spPr>
        <a:xfrm>
          <a:off x="4909312" y="3684693"/>
          <a:ext cx="2676821" cy="173397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hueOff val="-2073432"/>
              <a:satOff val="-10969"/>
              <a:lumOff val="-418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171450" lvl="1" indent="-171450" algn="r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s-CL" sz="1900" b="1" kern="1200" noProof="0" dirty="0">
              <a:latin typeface="ui-sans-serif" pitchFamily="34" charset="0"/>
              <a:ea typeface="ui-sans-serif" pitchFamily="34" charset="-122"/>
              <a:cs typeface="ui-sans-serif" pitchFamily="34" charset="-120"/>
            </a:rPr>
            <a:t>Inteligencia Artificial</a:t>
          </a:r>
          <a:endParaRPr lang="es-CL" sz="1900" kern="1200" noProof="0" dirty="0"/>
        </a:p>
      </dsp:txBody>
      <dsp:txXfrm>
        <a:off x="5750448" y="4156276"/>
        <a:ext cx="1797595" cy="1224300"/>
      </dsp:txXfrm>
    </dsp:sp>
    <dsp:sp modelId="{FD206C1F-7397-4B46-9BA1-310ED74D09C6}">
      <dsp:nvSpPr>
        <dsp:cNvPr id="0" name=""/>
        <dsp:cNvSpPr/>
      </dsp:nvSpPr>
      <dsp:spPr>
        <a:xfrm>
          <a:off x="541866" y="3684693"/>
          <a:ext cx="2676821" cy="173397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hueOff val="-3110148"/>
              <a:satOff val="-16453"/>
              <a:lumOff val="-627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s-CL" sz="1900" b="1" kern="1200" noProof="0" dirty="0">
              <a:latin typeface="ui-sans-serif" pitchFamily="34" charset="0"/>
              <a:ea typeface="ui-sans-serif" pitchFamily="34" charset="-122"/>
              <a:cs typeface="ui-sans-serif" pitchFamily="34" charset="-120"/>
            </a:rPr>
            <a:t>Base de Datos y Autenticación</a:t>
          </a:r>
          <a:endParaRPr lang="es-CL" sz="1900" kern="1200" noProof="0" dirty="0"/>
        </a:p>
      </dsp:txBody>
      <dsp:txXfrm>
        <a:off x="579956" y="4156276"/>
        <a:ext cx="1797595" cy="1224300"/>
      </dsp:txXfrm>
    </dsp:sp>
    <dsp:sp modelId="{9FBE140A-2BF4-4441-B85C-59DB39874018}">
      <dsp:nvSpPr>
        <dsp:cNvPr id="0" name=""/>
        <dsp:cNvSpPr/>
      </dsp:nvSpPr>
      <dsp:spPr>
        <a:xfrm>
          <a:off x="4909312" y="0"/>
          <a:ext cx="2676821" cy="173397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hueOff val="-1036716"/>
              <a:satOff val="-5484"/>
              <a:lumOff val="-2091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s-CL" sz="1900" b="1" kern="1200" noProof="0" dirty="0" err="1">
              <a:latin typeface="ui-sans-serif" pitchFamily="34" charset="0"/>
              <a:ea typeface="ui-sans-serif" pitchFamily="34" charset="-122"/>
              <a:cs typeface="ui-sans-serif" pitchFamily="34" charset="-120"/>
            </a:rPr>
            <a:t>Backend</a:t>
          </a:r>
          <a:endParaRPr lang="es-CL" sz="1900" kern="1200" noProof="0" dirty="0"/>
        </a:p>
      </dsp:txBody>
      <dsp:txXfrm>
        <a:off x="5750448" y="38090"/>
        <a:ext cx="1797595" cy="1224300"/>
      </dsp:txXfrm>
    </dsp:sp>
    <dsp:sp modelId="{2D1802B3-2B7A-40C4-B596-6FBDA51142F2}">
      <dsp:nvSpPr>
        <dsp:cNvPr id="0" name=""/>
        <dsp:cNvSpPr/>
      </dsp:nvSpPr>
      <dsp:spPr>
        <a:xfrm>
          <a:off x="541866" y="0"/>
          <a:ext cx="2676821" cy="173397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s-CL" sz="1900" b="1" kern="1200" noProof="0" dirty="0" err="1">
              <a:latin typeface="ui-sans-serif" pitchFamily="34" charset="0"/>
              <a:ea typeface="ui-sans-serif" pitchFamily="34" charset="-122"/>
              <a:cs typeface="ui-sans-serif" pitchFamily="34" charset="-120"/>
            </a:rPr>
            <a:t>Frontend</a:t>
          </a:r>
          <a:r>
            <a:rPr lang="es-CL" sz="1900" b="1" kern="1200" noProof="0" dirty="0">
              <a:latin typeface="ui-sans-serif" pitchFamily="34" charset="0"/>
              <a:ea typeface="ui-sans-serif" pitchFamily="34" charset="-122"/>
              <a:cs typeface="ui-sans-serif" pitchFamily="34" charset="-120"/>
            </a:rPr>
            <a:t> Móvil</a:t>
          </a:r>
          <a:endParaRPr lang="es-CL" sz="1900" kern="1200" noProof="0" dirty="0"/>
        </a:p>
      </dsp:txBody>
      <dsp:txXfrm>
        <a:off x="579956" y="38090"/>
        <a:ext cx="1797595" cy="1224300"/>
      </dsp:txXfrm>
    </dsp:sp>
    <dsp:sp modelId="{8D5187BD-0F8F-4E17-A09A-3609B4C78C00}">
      <dsp:nvSpPr>
        <dsp:cNvPr id="0" name=""/>
        <dsp:cNvSpPr/>
      </dsp:nvSpPr>
      <dsp:spPr>
        <a:xfrm>
          <a:off x="1663530" y="328525"/>
          <a:ext cx="2346282" cy="2346282"/>
        </a:xfrm>
        <a:prstGeom prst="pieWedg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2000" b="1" kern="1200" noProof="0" dirty="0" err="1">
              <a:latin typeface="ui-sans-serif" pitchFamily="34" charset="0"/>
              <a:ea typeface="ui-sans-serif" pitchFamily="34" charset="-122"/>
              <a:cs typeface="ui-sans-serif" pitchFamily="34" charset="-120"/>
            </a:rPr>
            <a:t>React</a:t>
          </a:r>
          <a:r>
            <a:rPr lang="es-CL" sz="2000" b="1" kern="1200" noProof="0" dirty="0">
              <a:latin typeface="ui-sans-serif" pitchFamily="34" charset="0"/>
              <a:ea typeface="ui-sans-serif" pitchFamily="34" charset="-122"/>
              <a:cs typeface="ui-sans-serif" pitchFamily="34" charset="-120"/>
            </a:rPr>
            <a:t> Native con </a:t>
          </a:r>
          <a:r>
            <a:rPr lang="es-CL" sz="2000" b="1" kern="1200" noProof="0" dirty="0" err="1">
              <a:latin typeface="ui-sans-serif" pitchFamily="34" charset="0"/>
              <a:ea typeface="ui-sans-serif" pitchFamily="34" charset="-122"/>
              <a:cs typeface="ui-sans-serif" pitchFamily="34" charset="-120"/>
            </a:rPr>
            <a:t>TypeScript</a:t>
          </a:r>
          <a:endParaRPr lang="es-CL" sz="2000" kern="1200" noProof="0" dirty="0"/>
        </a:p>
      </dsp:txBody>
      <dsp:txXfrm>
        <a:off x="2350740" y="1015735"/>
        <a:ext cx="1659072" cy="1659072"/>
      </dsp:txXfrm>
    </dsp:sp>
    <dsp:sp modelId="{4D20C0B1-2E48-406F-ABF6-5BC4148D9727}">
      <dsp:nvSpPr>
        <dsp:cNvPr id="0" name=""/>
        <dsp:cNvSpPr/>
      </dsp:nvSpPr>
      <dsp:spPr>
        <a:xfrm rot="5400000">
          <a:off x="4118186" y="308864"/>
          <a:ext cx="2346282" cy="2346282"/>
        </a:xfrm>
        <a:prstGeom prst="pieWedge">
          <a:avLst/>
        </a:prstGeom>
        <a:solidFill>
          <a:schemeClr val="accent2">
            <a:hueOff val="-1036716"/>
            <a:satOff val="-5484"/>
            <a:lumOff val="-2091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2000" b="1" kern="1200" noProof="0" dirty="0" err="1">
              <a:latin typeface="ui-sans-serif" pitchFamily="34" charset="0"/>
              <a:ea typeface="ui-sans-serif" pitchFamily="34" charset="-122"/>
              <a:cs typeface="ui-sans-serif" pitchFamily="34" charset="-120"/>
            </a:rPr>
            <a:t>FastAPI</a:t>
          </a:r>
          <a:r>
            <a:rPr lang="es-CL" sz="2000" b="1" kern="1200" noProof="0" dirty="0">
              <a:latin typeface="ui-sans-serif" pitchFamily="34" charset="0"/>
              <a:ea typeface="ui-sans-serif" pitchFamily="34" charset="-122"/>
              <a:cs typeface="ui-sans-serif" pitchFamily="34" charset="-120"/>
            </a:rPr>
            <a:t> en Python</a:t>
          </a:r>
          <a:endParaRPr lang="es-CL" sz="2000" kern="1200" noProof="0" dirty="0"/>
        </a:p>
      </dsp:txBody>
      <dsp:txXfrm rot="-5400000">
        <a:off x="4118186" y="996074"/>
        <a:ext cx="1659072" cy="1659072"/>
      </dsp:txXfrm>
    </dsp:sp>
    <dsp:sp modelId="{93ACB134-66B7-46D5-B466-A9ABBE711ECD}">
      <dsp:nvSpPr>
        <dsp:cNvPr id="0" name=""/>
        <dsp:cNvSpPr/>
      </dsp:nvSpPr>
      <dsp:spPr>
        <a:xfrm rot="10800000">
          <a:off x="4118186" y="2763520"/>
          <a:ext cx="2346282" cy="2346282"/>
        </a:xfrm>
        <a:prstGeom prst="pieWedge">
          <a:avLst/>
        </a:prstGeom>
        <a:solidFill>
          <a:schemeClr val="accent2">
            <a:hueOff val="-2073432"/>
            <a:satOff val="-10969"/>
            <a:lumOff val="-4183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2000" b="1" kern="1200" noProof="0" dirty="0">
              <a:latin typeface="ui-sans-serif" pitchFamily="34" charset="0"/>
              <a:ea typeface="ui-sans-serif" pitchFamily="34" charset="-122"/>
              <a:cs typeface="ui-sans-serif" pitchFamily="34" charset="-120"/>
            </a:rPr>
            <a:t>Modelo Gemma3:4B</a:t>
          </a:r>
          <a:endParaRPr lang="es-CL" sz="2000" kern="1200" noProof="0" dirty="0"/>
        </a:p>
      </dsp:txBody>
      <dsp:txXfrm rot="10800000">
        <a:off x="4118186" y="2763520"/>
        <a:ext cx="1659072" cy="1659072"/>
      </dsp:txXfrm>
    </dsp:sp>
    <dsp:sp modelId="{062D0F7B-B3E7-41BE-AF8F-31126EAD17D1}">
      <dsp:nvSpPr>
        <dsp:cNvPr id="0" name=""/>
        <dsp:cNvSpPr/>
      </dsp:nvSpPr>
      <dsp:spPr>
        <a:xfrm rot="16200000">
          <a:off x="1663530" y="2763520"/>
          <a:ext cx="2346282" cy="2346282"/>
        </a:xfrm>
        <a:prstGeom prst="pieWedge">
          <a:avLst/>
        </a:prstGeom>
        <a:solidFill>
          <a:schemeClr val="accent2">
            <a:hueOff val="-3110148"/>
            <a:satOff val="-16453"/>
            <a:lumOff val="-6274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2000" b="1" kern="1200" noProof="0" dirty="0" err="1">
              <a:latin typeface="ui-sans-serif" pitchFamily="34" charset="0"/>
              <a:ea typeface="ui-sans-serif" pitchFamily="34" charset="-122"/>
              <a:cs typeface="ui-sans-serif" pitchFamily="34" charset="-120"/>
            </a:rPr>
            <a:t>Supabase</a:t>
          </a:r>
          <a:endParaRPr lang="es-CL" sz="2000" kern="1200" noProof="0" dirty="0"/>
        </a:p>
      </dsp:txBody>
      <dsp:txXfrm rot="5400000">
        <a:off x="2350740" y="2763520"/>
        <a:ext cx="1659072" cy="1659072"/>
      </dsp:txXfrm>
    </dsp:sp>
    <dsp:sp modelId="{00914472-BC9F-47C9-B276-DA9A167E4371}">
      <dsp:nvSpPr>
        <dsp:cNvPr id="0" name=""/>
        <dsp:cNvSpPr/>
      </dsp:nvSpPr>
      <dsp:spPr>
        <a:xfrm>
          <a:off x="3658954" y="2221653"/>
          <a:ext cx="810090" cy="704426"/>
        </a:xfrm>
        <a:prstGeom prst="circularArrow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989181E-CF1B-454C-890E-082DEA7F5040}">
      <dsp:nvSpPr>
        <dsp:cNvPr id="0" name=""/>
        <dsp:cNvSpPr/>
      </dsp:nvSpPr>
      <dsp:spPr>
        <a:xfrm rot="10800000">
          <a:off x="3658954" y="2492586"/>
          <a:ext cx="810090" cy="704426"/>
        </a:xfrm>
        <a:prstGeom prst="circularArrow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4">
  <dgm:title val=""/>
  <dgm:desc val=""/>
  <dgm:catLst>
    <dgm:cat type="relationship" pri="26000"/>
    <dgm:cat type="cycle" pri="13000"/>
    <dgm:cat type="matrix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cycleMatrixDiagram">
    <dgm:varLst>
      <dgm:chMax val="1"/>
      <dgm:dir/>
      <dgm:animLvl val="lvl"/>
      <dgm:resizeHandles val="exact"/>
    </dgm:varLst>
    <dgm:alg type="composite">
      <dgm:param type="ar" val="1.3"/>
    </dgm:alg>
    <dgm:shape xmlns:r="http://schemas.openxmlformats.org/officeDocument/2006/relationships" r:blip="">
      <dgm:adjLst/>
    </dgm:shape>
    <dgm:presOf/>
    <dgm:constrLst>
      <dgm:constr type="w" for="ch" forName="children" refType="w"/>
      <dgm:constr type="h" for="ch" forName="children" refType="w" refFor="ch" refForName="children" fact="0.77"/>
      <dgm:constr type="ctrX" for="ch" forName="children" refType="w" fact="0.5"/>
      <dgm:constr type="ctrY" for="ch" forName="children" refType="h" fact="0.5"/>
      <dgm:constr type="w" for="ch" forName="circle" refType="w"/>
      <dgm:constr type="h" for="ch" forName="circle" refType="h"/>
      <dgm:constr type="ctrX" for="ch" forName="circle" refType="w" fact="0.5"/>
      <dgm:constr type="ctrY" for="ch" forName="circle" refType="h" fact="0.5"/>
      <dgm:constr type="w" for="ch" forName="center1" refType="w" fact="0.115"/>
      <dgm:constr type="h" for="ch" forName="center1" refType="w" fact="0.1"/>
      <dgm:constr type="ctrX" for="ch" forName="center1" refType="w" fact="0.5"/>
      <dgm:constr type="ctrY" for="ch" forName="center1" refType="h" fact="0.475"/>
      <dgm:constr type="w" for="ch" forName="center2" refType="w" fact="0.115"/>
      <dgm:constr type="h" for="ch" forName="center2" refType="w" fact="0.1"/>
      <dgm:constr type="ctrX" for="ch" forName="center2" refType="w" fact="0.5"/>
      <dgm:constr type="ctrY" for="ch" forName="center2" refType="h" fact="0.525"/>
    </dgm:constrLst>
    <dgm:ruleLst/>
    <dgm:choose name="Name0">
      <dgm:if name="Name1" axis="ch" ptType="node" func="cnt" op="gte" val="1">
        <dgm:layoutNode name="children">
          <dgm:alg type="composite">
            <dgm:param type="ar" val="1.3"/>
          </dgm:alg>
          <dgm:shape xmlns:r="http://schemas.openxmlformats.org/officeDocument/2006/relationships" r:blip="">
            <dgm:adjLst/>
          </dgm:shape>
          <dgm:presOf/>
          <dgm:choose name="Name2">
            <dgm:if name="Name3" func="var" arg="dir" op="equ" val="norm">
              <dgm:constrLst>
                <dgm:constr type="primFontSz" for="des" ptType="node" op="equ" val="65"/>
                <dgm:constr type="w" for="ch" forName="child1group" refType="w" fact="0.38"/>
                <dgm:constr type="h" for="ch" forName="child1group" refType="h" fact="0.32"/>
                <dgm:constr type="t" for="ch" forName="child1group"/>
                <dgm:constr type="l" for="ch" forName="child1group"/>
                <dgm:constr type="w" for="ch" forName="child2group" refType="w" fact="0.38"/>
                <dgm:constr type="h" for="ch" forName="child2group" refType="h" fact="0.32"/>
                <dgm:constr type="t" for="ch" forName="child2group"/>
                <dgm:constr type="r" for="ch" forName="child2group" refType="w"/>
                <dgm:constr type="w" for="ch" forName="child3group" refType="w" fact="0.38"/>
                <dgm:constr type="h" for="ch" forName="child3group" refType="h" fact="0.32"/>
                <dgm:constr type="b" for="ch" forName="child3group" refType="h"/>
                <dgm:constr type="r" for="ch" forName="child3group" refType="w"/>
                <dgm:constr type="w" for="ch" forName="child4group" refType="w" fact="0.38"/>
                <dgm:constr type="h" for="ch" forName="child4group" refType="h" fact="0.32"/>
                <dgm:constr type="b" for="ch" forName="child4group" refType="h"/>
                <dgm:constr type="l" for="ch" forName="child4group"/>
              </dgm:constrLst>
            </dgm:if>
            <dgm:else name="Name4">
              <dgm:constrLst>
                <dgm:constr type="primFontSz" for="des" ptType="node" op="equ" val="65"/>
                <dgm:constr type="w" for="ch" forName="child1group" refType="w" fact="0.38"/>
                <dgm:constr type="h" for="ch" forName="child1group" refType="h" fact="0.32"/>
                <dgm:constr type="t" for="ch" forName="child1group"/>
                <dgm:constr type="r" for="ch" forName="child1group" refType="w"/>
                <dgm:constr type="w" for="ch" forName="child2group" refType="w" fact="0.38"/>
                <dgm:constr type="h" for="ch" forName="child2group" refType="h" fact="0.32"/>
                <dgm:constr type="t" for="ch" forName="child2group"/>
                <dgm:constr type="l" for="ch" forName="child2group"/>
                <dgm:constr type="w" for="ch" forName="child3group" refType="w" fact="0.38"/>
                <dgm:constr type="h" for="ch" forName="child3group" refType="h" fact="0.32"/>
                <dgm:constr type="b" for="ch" forName="child3group" refType="h"/>
                <dgm:constr type="l" for="ch" forName="child3group"/>
                <dgm:constr type="w" for="ch" forName="child4group" refType="w" fact="0.38"/>
                <dgm:constr type="h" for="ch" forName="child4group" refType="h" fact="0.32"/>
                <dgm:constr type="b" for="ch" forName="child4group" refType="h"/>
                <dgm:constr type="r" for="ch" forName="child4group" refType="w"/>
              </dgm:constrLst>
            </dgm:else>
          </dgm:choose>
          <dgm:ruleLst/>
          <dgm:choose name="Name5">
            <dgm:if name="Name6" axis="ch ch" ptType="node node" st="1 1" cnt="1 0" func="cnt" op="gte" val="1">
              <dgm:layoutNode name="child1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7">
                  <dgm:if name="Name8" func="var" arg="dir" op="equ" val="norm">
                    <dgm:constrLst>
                      <dgm:constr type="w" for="ch" forName="child1" refType="w"/>
                      <dgm:constr type="h" for="ch" forName="child1" refType="h"/>
                      <dgm:constr type="t" for="ch" forName="child1"/>
                      <dgm:constr type="l" for="ch" forName="child1"/>
                      <dgm:constr type="w" for="ch" forName="child1Text" refType="w" fact="0.7"/>
                      <dgm:constr type="h" for="ch" forName="child1Text" refType="h" fact="0.75"/>
                      <dgm:constr type="t" for="ch" forName="child1Text"/>
                      <dgm:constr type="l" for="ch" forName="child1Text"/>
                    </dgm:constrLst>
                  </dgm:if>
                  <dgm:else name="Name9">
                    <dgm:constrLst>
                      <dgm:constr type="w" for="ch" forName="child1" refType="w"/>
                      <dgm:constr type="h" for="ch" forName="child1" refType="h"/>
                      <dgm:constr type="t" for="ch" forName="child1"/>
                      <dgm:constr type="r" for="ch" forName="child1" refType="w"/>
                      <dgm:constr type="w" for="ch" forName="child1Text" refType="w" fact="0.7"/>
                      <dgm:constr type="h" for="ch" forName="child1Text" refType="h" fact="0.75"/>
                      <dgm:constr type="t" for="ch" forName="child1Text"/>
                      <dgm:constr type="r" for="ch" forName="child1Text" refType="w"/>
                    </dgm:constrLst>
                  </dgm:else>
                </dgm:choose>
                <dgm:ruleLst/>
                <dgm:layoutNode name="child1" styleLbl="bgAcc1">
                  <dgm:alg type="sp"/>
                  <dgm:shape xmlns:r="http://schemas.openxmlformats.org/officeDocument/2006/relationships" type="roundRect" r:blip="" zOrderOff="-2">
                    <dgm:adjLst>
                      <dgm:adj idx="1" val="0.1"/>
                    </dgm:adjLst>
                  </dgm:shape>
                  <dgm:presOf axis="ch des" ptType="node node" st="1 1" cnt="1 0"/>
                  <dgm:constrLst/>
                  <dgm:ruleLst/>
                </dgm:layoutNode>
                <dgm:layoutNode name="child1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2" hideGeom="1">
                    <dgm:adjLst>
                      <dgm:adj idx="1" val="0.1"/>
                    </dgm:adjLst>
                  </dgm:shape>
                  <dgm:presOf axis="ch des" ptType="node node" st="1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10"/>
          </dgm:choose>
          <dgm:choose name="Name11">
            <dgm:if name="Name12" axis="ch ch" ptType="node node" st="2 1" cnt="1 0" func="cnt" op="gte" val="1">
              <dgm:layoutNode name="child2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choose name="Name13">
                  <dgm:if name="Name14" func="var" arg="dir" op="equ" val="norm">
                    <dgm:constrLst>
                      <dgm:constr type="w" for="ch" forName="child2" refType="w"/>
                      <dgm:constr type="h" for="ch" forName="child2" refType="h"/>
                      <dgm:constr type="t" for="ch" forName="child2"/>
                      <dgm:constr type="r" for="ch" forName="child2" refType="w"/>
                      <dgm:constr type="w" for="ch" forName="child2Text" refType="w" fact="0.7"/>
                      <dgm:constr type="h" for="ch" forName="child2Text" refType="h" fact="0.75"/>
                      <dgm:constr type="t" for="ch" forName="child2Text"/>
                      <dgm:constr type="r" for="ch" forName="child2Text" refType="w"/>
                    </dgm:constrLst>
                  </dgm:if>
                  <dgm:else name="Name15">
                    <dgm:constrLst>
                      <dgm:constr type="w" for="ch" forName="child2" refType="w"/>
                      <dgm:constr type="h" for="ch" forName="child2" refType="h"/>
                      <dgm:constr type="t" for="ch" forName="child2"/>
                      <dgm:constr type="l" for="ch" forName="child2"/>
                      <dgm:constr type="w" for="ch" forName="child2Text" refType="w" fact="0.7"/>
                      <dgm:constr type="h" for="ch" forName="child2Text" refType="h" fact="0.75"/>
                      <dgm:constr type="t" for="ch" forName="child2Text"/>
                      <dgm:constr type="l" for="ch" forName="child2Text"/>
                    </dgm:constrLst>
                  </dgm:else>
                </dgm:choose>
                <dgm:ruleLst/>
                <dgm:layoutNode name="child2" styleLbl="bgAcc1">
                  <dgm:alg type="sp"/>
                  <dgm:shape xmlns:r="http://schemas.openxmlformats.org/officeDocument/2006/relationships" type="roundRect" r:blip="" zOrderOff="-2">
                    <dgm:adjLst>
                      <dgm:adj idx="1" val="0.1"/>
                    </dgm:adjLst>
                  </dgm:shape>
                  <dgm:presOf axis="ch des" ptType="node node" st="2 1" cnt="1 0"/>
                  <dgm:constrLst/>
                  <dgm:ruleLst/>
                </dgm:layoutNode>
                <dgm:layoutNode name="child2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2" hideGeom="1">
                    <dgm:adjLst>
                      <dgm:adj idx="1" val="0.1"/>
                    </dgm:adjLst>
                  </dgm:shape>
                  <dgm:presOf axis="ch des" ptType="node node" st="2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16"/>
          </dgm:choose>
          <dgm:choose name="Name17">
            <dgm:if name="Name18" axis="ch ch" ptType="node node" st="3 1" cnt="1 0" func="cnt" op="gte" val="1">
              <dgm:layoutNode name="child3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19">
                  <dgm:if name="Name20" func="var" arg="dir" op="equ" val="norm">
                    <dgm:constrLst>
                      <dgm:constr type="w" for="ch" forName="child3" refType="w"/>
                      <dgm:constr type="h" for="ch" forName="child3" refType="h"/>
                      <dgm:constr type="b" for="ch" forName="child3" refType="h"/>
                      <dgm:constr type="r" for="ch" forName="child3" refType="w"/>
                      <dgm:constr type="w" for="ch" forName="child3Text" refType="w" fact="0.7"/>
                      <dgm:constr type="h" for="ch" forName="child3Text" refType="h" fact="0.75"/>
                      <dgm:constr type="b" for="ch" forName="child3Text" refType="h"/>
                      <dgm:constr type="r" for="ch" forName="child3Text" refType="w"/>
                    </dgm:constrLst>
                  </dgm:if>
                  <dgm:else name="Name21">
                    <dgm:constrLst>
                      <dgm:constr type="w" for="ch" forName="child3" refType="w"/>
                      <dgm:constr type="h" for="ch" forName="child3" refType="h"/>
                      <dgm:constr type="b" for="ch" forName="child3" refType="h"/>
                      <dgm:constr type="l" for="ch" forName="child3"/>
                      <dgm:constr type="w" for="ch" forName="child3Text" refType="w" fact="0.7"/>
                      <dgm:constr type="h" for="ch" forName="child3Text" refType="h" fact="0.75"/>
                      <dgm:constr type="b" for="ch" forName="child3Text" refType="h"/>
                      <dgm:constr type="l" for="ch" forName="child3Text"/>
                    </dgm:constrLst>
                  </dgm:else>
                </dgm:choose>
                <dgm:ruleLst/>
                <dgm:layoutNode name="child3" styleLbl="bgAcc1">
                  <dgm:alg type="sp"/>
                  <dgm:shape xmlns:r="http://schemas.openxmlformats.org/officeDocument/2006/relationships" type="roundRect" r:blip="" zOrderOff="-4">
                    <dgm:adjLst>
                      <dgm:adj idx="1" val="0.1"/>
                    </dgm:adjLst>
                  </dgm:shape>
                  <dgm:presOf axis="ch des" ptType="node node" st="3 1" cnt="1 0"/>
                  <dgm:constrLst/>
                  <dgm:ruleLst/>
                </dgm:layoutNode>
                <dgm:layoutNode name="child3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4" hideGeom="1">
                    <dgm:adjLst>
                      <dgm:adj idx="1" val="0.1"/>
                    </dgm:adjLst>
                  </dgm:shape>
                  <dgm:presOf axis="ch des" ptType="node node" st="3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22"/>
          </dgm:choose>
          <dgm:choose name="Name23">
            <dgm:if name="Name24" axis="ch ch" ptType="node node" st="4 1" cnt="1 0" func="cnt" op="gte" val="1">
              <dgm:layoutNode name="child4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25">
                  <dgm:if name="Name26" func="var" arg="dir" op="equ" val="norm">
                    <dgm:constrLst>
                      <dgm:constr type="w" for="ch" forName="child4" refType="w"/>
                      <dgm:constr type="h" for="ch" forName="child4" refType="h"/>
                      <dgm:constr type="b" for="ch" forName="child4" refType="h"/>
                      <dgm:constr type="l" for="ch" forName="child4"/>
                      <dgm:constr type="w" for="ch" forName="child4Text" refType="w" fact="0.7"/>
                      <dgm:constr type="h" for="ch" forName="child4Text" refType="h" fact="0.75"/>
                      <dgm:constr type="b" for="ch" forName="child4Text" refType="h"/>
                      <dgm:constr type="l" for="ch" forName="child4Text"/>
                    </dgm:constrLst>
                  </dgm:if>
                  <dgm:else name="Name27">
                    <dgm:constrLst>
                      <dgm:constr type="w" for="ch" forName="child4" refType="w"/>
                      <dgm:constr type="h" for="ch" forName="child4" refType="h"/>
                      <dgm:constr type="b" for="ch" forName="child4" refType="h"/>
                      <dgm:constr type="r" for="ch" forName="child4" refType="w"/>
                      <dgm:constr type="w" for="ch" forName="child4Text" refType="w" fact="0.7"/>
                      <dgm:constr type="h" for="ch" forName="child4Text" refType="h" fact="0.75"/>
                      <dgm:constr type="b" for="ch" forName="child4Text" refType="h"/>
                      <dgm:constr type="r" for="ch" forName="child4Text" refType="w"/>
                    </dgm:constrLst>
                  </dgm:else>
                </dgm:choose>
                <dgm:ruleLst/>
                <dgm:layoutNode name="child4" styleLbl="bgAcc1">
                  <dgm:alg type="sp"/>
                  <dgm:shape xmlns:r="http://schemas.openxmlformats.org/officeDocument/2006/relationships" type="roundRect" r:blip="" zOrderOff="-4">
                    <dgm:adjLst>
                      <dgm:adj idx="1" val="0.1"/>
                    </dgm:adjLst>
                  </dgm:shape>
                  <dgm:presOf axis="ch des" ptType="node node" st="4 1" cnt="1 0"/>
                  <dgm:constrLst/>
                  <dgm:ruleLst/>
                </dgm:layoutNode>
                <dgm:layoutNode name="child4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4" hideGeom="1">
                    <dgm:adjLst>
                      <dgm:adj idx="1" val="0.1"/>
                    </dgm:adjLst>
                  </dgm:shape>
                  <dgm:presOf axis="ch des" ptType="node node" st="4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28"/>
          </dgm:choose>
          <dgm:layoutNode name="childPlaceholder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circle">
          <dgm:alg type="composite">
            <dgm:param type="ar" val="1"/>
          </dgm:alg>
          <dgm:shape xmlns:r="http://schemas.openxmlformats.org/officeDocument/2006/relationships" r:blip="">
            <dgm:adjLst/>
          </dgm:shape>
          <dgm:presOf/>
          <dgm:choose name="Name29">
            <dgm:if name="Name30" func="var" arg="dir" op="equ" val="norm">
              <dgm:constrLst>
                <dgm:constr type="primFontSz" for="ch" ptType="node" op="equ" val="65"/>
                <dgm:constr type="w" for="ch" forName="quadrant1" refType="w" fact="0.433"/>
                <dgm:constr type="h" for="ch" forName="quadrant1" refType="h" fact="0.433"/>
                <dgm:constr type="b" for="ch" forName="quadrant1" refType="h" fact="0.5"/>
                <dgm:constr type="bOff" for="ch" forName="quadrant1" refType="h" fact="-0.01"/>
                <dgm:constr type="r" for="ch" forName="quadrant1" refType="w" fact="0.5"/>
                <dgm:constr type="rOff" for="ch" forName="quadrant1" refType="w" fact="-0.01"/>
                <dgm:constr type="w" for="ch" forName="quadrant2" refType="w" fact="0.433"/>
                <dgm:constr type="h" for="ch" forName="quadrant2" refType="h" fact="0.433"/>
                <dgm:constr type="b" for="ch" forName="quadrant2" refType="h" fact="0.5"/>
                <dgm:constr type="bOff" for="ch" forName="quadrant2" refType="h" fact="-0.01"/>
                <dgm:constr type="l" for="ch" forName="quadrant2" refType="w" fact="0.5"/>
                <dgm:constr type="lOff" for="ch" forName="quadrant2" refType="w" fact="0.01"/>
                <dgm:constr type="w" for="ch" forName="quadrant3" refType="w" fact="0.433"/>
                <dgm:constr type="h" for="ch" forName="quadrant3" refType="h" fact="0.433"/>
                <dgm:constr type="t" for="ch" forName="quadrant3" refType="h" fact="0.5"/>
                <dgm:constr type="tOff" for="ch" forName="quadrant3" refType="h" fact="0.01"/>
                <dgm:constr type="l" for="ch" forName="quadrant3" refType="w" fact="0.5"/>
                <dgm:constr type="lOff" for="ch" forName="quadrant3" refType="w" fact="0.01"/>
                <dgm:constr type="w" for="ch" forName="quadrant4" refType="w" fact="0.433"/>
                <dgm:constr type="h" for="ch" forName="quadrant4" refType="h" fact="0.433"/>
                <dgm:constr type="t" for="ch" forName="quadrant4" refType="h" fact="0.5"/>
                <dgm:constr type="tOff" for="ch" forName="quadrant4" refType="h" fact="0.01"/>
                <dgm:constr type="r" for="ch" forName="quadrant4" refType="w" fact="0.5"/>
                <dgm:constr type="rOff" for="ch" forName="quadrant4" refType="w" fact="-0.01"/>
              </dgm:constrLst>
            </dgm:if>
            <dgm:else name="Name31">
              <dgm:constrLst>
                <dgm:constr type="primFontSz" for="ch" ptType="node" op="equ" val="65"/>
                <dgm:constr type="w" for="ch" forName="quadrant1" refType="w" fact="0.433"/>
                <dgm:constr type="h" for="ch" forName="quadrant1" refType="h" fact="0.433"/>
                <dgm:constr type="b" for="ch" forName="quadrant1" refType="h" fact="0.5"/>
                <dgm:constr type="bOff" for="ch" forName="quadrant1" refType="h" fact="-0.01"/>
                <dgm:constr type="l" for="ch" forName="quadrant1" refType="w" fact="0.5"/>
                <dgm:constr type="lOff" for="ch" forName="quadrant1" refType="w" fact="0.01"/>
                <dgm:constr type="w" for="ch" forName="quadrant2" refType="w" fact="0.433"/>
                <dgm:constr type="h" for="ch" forName="quadrant2" refType="h" fact="0.433"/>
                <dgm:constr type="b" for="ch" forName="quadrant2" refType="h" fact="0.5"/>
                <dgm:constr type="bOff" for="ch" forName="quadrant2" refType="h" fact="-0.01"/>
                <dgm:constr type="r" for="ch" forName="quadrant2" refType="w" fact="0.5"/>
                <dgm:constr type="rOff" for="ch" forName="quadrant2" refType="w" fact="-0.01"/>
                <dgm:constr type="w" for="ch" forName="quadrant3" refType="w" fact="0.433"/>
                <dgm:constr type="h" for="ch" forName="quadrant3" refType="h" fact="0.433"/>
                <dgm:constr type="t" for="ch" forName="quadrant3" refType="h" fact="0.5"/>
                <dgm:constr type="tOff" for="ch" forName="quadrant3" refType="h" fact="0.01"/>
                <dgm:constr type="r" for="ch" forName="quadrant3" refType="w" fact="0.5"/>
                <dgm:constr type="rOff" for="ch" forName="quadrant3" refType="w" fact="-0.01"/>
                <dgm:constr type="w" for="ch" forName="quadrant4" refType="w" fact="0.433"/>
                <dgm:constr type="h" for="ch" forName="quadrant4" refType="h" fact="0.433"/>
                <dgm:constr type="t" for="ch" forName="quadrant4" refType="h" fact="0.5"/>
                <dgm:constr type="tOff" for="ch" forName="quadrant4" refType="h" fact="0.01"/>
                <dgm:constr type="l" for="ch" forName="quadrant4" refType="w" fact="0.5"/>
                <dgm:constr type="lOff" for="ch" forName="quadrant4" refType="w" fact="0.01"/>
              </dgm:constrLst>
            </dgm:else>
          </dgm:choose>
          <dgm:ruleLst/>
          <dgm:layoutNode name="quadrant1" styleLbl="node1">
            <dgm:varLst>
              <dgm:chMax val="1"/>
              <dgm:bulletEnabled val="1"/>
            </dgm:varLst>
            <dgm:alg type="tx"/>
            <dgm:choose name="Name32">
              <dgm:if name="Name33" func="var" arg="dir" op="equ" val="norm">
                <dgm:shape xmlns:r="http://schemas.openxmlformats.org/officeDocument/2006/relationships" type="pieWedge" r:blip="">
                  <dgm:adjLst/>
                </dgm:shape>
              </dgm:if>
              <dgm:else name="Name34">
                <dgm:shape xmlns:r="http://schemas.openxmlformats.org/officeDocument/2006/relationships" rot="90" type="pieWedge" r:blip="">
                  <dgm:adjLst/>
                </dgm:shape>
              </dgm:else>
            </dgm:choose>
            <dgm:presOf axis="ch" ptType="node" cnt="1"/>
            <dgm:constrLst/>
            <dgm:ruleLst>
              <dgm:rule type="primFontSz" val="5" fact="NaN" max="NaN"/>
            </dgm:ruleLst>
          </dgm:layoutNode>
          <dgm:layoutNode name="quadrant2" styleLbl="node1">
            <dgm:varLst>
              <dgm:chMax val="1"/>
              <dgm:bulletEnabled val="1"/>
            </dgm:varLst>
            <dgm:alg type="tx"/>
            <dgm:choose name="Name35">
              <dgm:if name="Name36" func="var" arg="dir" op="equ" val="norm">
                <dgm:shape xmlns:r="http://schemas.openxmlformats.org/officeDocument/2006/relationships" rot="90" type="pieWedge" r:blip="">
                  <dgm:adjLst/>
                </dgm:shape>
              </dgm:if>
              <dgm:else name="Name37">
                <dgm:shape xmlns:r="http://schemas.openxmlformats.org/officeDocument/2006/relationships" type="pieWedge" r:blip="">
                  <dgm:adjLst/>
                </dgm:shape>
              </dgm:else>
            </dgm:choose>
            <dgm:presOf axis="ch" ptType="node" st="2" cnt="1"/>
            <dgm:constrLst/>
            <dgm:ruleLst>
              <dgm:rule type="primFontSz" val="5" fact="NaN" max="NaN"/>
            </dgm:ruleLst>
          </dgm:layoutNode>
          <dgm:layoutNode name="quadrant3" styleLbl="node1">
            <dgm:varLst>
              <dgm:chMax val="1"/>
              <dgm:bulletEnabled val="1"/>
            </dgm:varLst>
            <dgm:alg type="tx"/>
            <dgm:choose name="Name38">
              <dgm:if name="Name39" func="var" arg="dir" op="equ" val="norm">
                <dgm:shape xmlns:r="http://schemas.openxmlformats.org/officeDocument/2006/relationships" rot="180" type="pieWedge" r:blip="">
                  <dgm:adjLst/>
                </dgm:shape>
              </dgm:if>
              <dgm:else name="Name40">
                <dgm:shape xmlns:r="http://schemas.openxmlformats.org/officeDocument/2006/relationships" rot="270" type="pieWedge" r:blip="">
                  <dgm:adjLst/>
                </dgm:shape>
              </dgm:else>
            </dgm:choose>
            <dgm:presOf axis="ch" ptType="node" st="3" cnt="1"/>
            <dgm:constrLst/>
            <dgm:ruleLst>
              <dgm:rule type="primFontSz" val="5" fact="NaN" max="NaN"/>
            </dgm:ruleLst>
          </dgm:layoutNode>
          <dgm:layoutNode name="quadrant4" styleLbl="node1">
            <dgm:varLst>
              <dgm:chMax val="1"/>
              <dgm:bulletEnabled val="1"/>
            </dgm:varLst>
            <dgm:alg type="tx"/>
            <dgm:choose name="Name41">
              <dgm:if name="Name42" func="var" arg="dir" op="equ" val="norm">
                <dgm:shape xmlns:r="http://schemas.openxmlformats.org/officeDocument/2006/relationships" rot="270" type="pieWedge" r:blip="">
                  <dgm:adjLst/>
                </dgm:shape>
              </dgm:if>
              <dgm:else name="Name43">
                <dgm:shape xmlns:r="http://schemas.openxmlformats.org/officeDocument/2006/relationships" rot="180" type="pieWedge" r:blip="">
                  <dgm:adjLst/>
                </dgm:shape>
              </dgm:else>
            </dgm:choose>
            <dgm:presOf axis="ch" ptType="node" st="4" cnt="1"/>
            <dgm:constrLst/>
            <dgm:ruleLst>
              <dgm:rule type="primFontSz" val="5" fact="NaN" max="NaN"/>
            </dgm:ruleLst>
          </dgm:layoutNode>
          <dgm:layoutNode name="quadrantPlaceholder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center1" styleLbl="fgShp">
          <dgm:alg type="sp"/>
          <dgm:choose name="Name44">
            <dgm:if name="Name45" func="var" arg="dir" op="equ" val="norm">
              <dgm:shape xmlns:r="http://schemas.openxmlformats.org/officeDocument/2006/relationships" type="circularArrow" r:blip="" zOrderOff="16">
                <dgm:adjLst/>
              </dgm:shape>
            </dgm:if>
            <dgm:else name="Name46">
              <dgm:shape xmlns:r="http://schemas.openxmlformats.org/officeDocument/2006/relationships" rot="180" type="leftCircularArrow" r:blip="" zOrderOff="16">
                <dgm:adjLst/>
              </dgm:shape>
            </dgm:else>
          </dgm:choose>
          <dgm:presOf/>
          <dgm:constrLst/>
          <dgm:ruleLst/>
        </dgm:layoutNode>
        <dgm:layoutNode name="center2" styleLbl="fgShp">
          <dgm:alg type="sp"/>
          <dgm:choose name="Name47">
            <dgm:if name="Name48" func="var" arg="dir" op="equ" val="norm">
              <dgm:shape xmlns:r="http://schemas.openxmlformats.org/officeDocument/2006/relationships" rot="180" type="circularArrow" r:blip="" zOrderOff="16">
                <dgm:adjLst/>
              </dgm:shape>
            </dgm:if>
            <dgm:else name="Name49">
              <dgm:shape xmlns:r="http://schemas.openxmlformats.org/officeDocument/2006/relationships" type="leftCircularArrow" r:blip="" zOrderOff="16">
                <dgm:adjLst/>
              </dgm:shape>
            </dgm:else>
          </dgm:choose>
          <dgm:presOf/>
          <dgm:constrLst/>
          <dgm:ruleLst/>
        </dgm:layoutNode>
      </dgm:if>
      <dgm:else name="Name50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MX"/>
              <a:t>Haz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5923F103-BC34-4FE4-A40E-EDDEECFDA5D0}" type="datetimeFigureOut">
              <a:rPr lang="en-US" smtClean="0"/>
              <a:pPr/>
              <a:t>10/13/2025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5133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CA7B-DFD4-44B5-8C60-D14B8CD1FB59}" type="datetimeFigureOut">
              <a:rPr lang="en-US" smtClean="0"/>
              <a:t>10/13/2025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70555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E6425-0181-43F2-84FC-787E803FD2F8}" type="datetimeFigureOut">
              <a:rPr lang="en-US" smtClean="0"/>
              <a:t>10/13/2025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75913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8791-F1B0-41E7-B7FD-A781E65C4266}" type="datetimeFigureOut">
              <a:rPr lang="en-US" smtClean="0"/>
              <a:t>10/13/2025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35486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D63B2-E120-4ED8-B27B-C685F510A5FE}" type="datetimeFigureOut">
              <a:rPr lang="en-US" smtClean="0"/>
              <a:t>10/13/2025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53570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18ACC-A947-437B-A130-35BD54FDF1E9}" type="datetimeFigureOut">
              <a:rPr lang="en-US" smtClean="0"/>
              <a:t>10/13/2025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30936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7E02-BCB8-4D50-A234-369438C08659}" type="datetimeFigureOut">
              <a:rPr lang="en-US" smtClean="0"/>
              <a:t>10/13/2025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27390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86A4C-8E40-4F87-A4F0-01A0687C5742}" type="datetimeFigureOut">
              <a:rPr lang="en-US" smtClean="0"/>
              <a:t>10/13/2025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24358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MX"/>
              <a:t>Haz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2C73-2D91-4E12-BA25-F0AA0C03599B}" type="datetimeFigureOut">
              <a:rPr lang="en-US" smtClean="0"/>
              <a:t>10/13/2025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4884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MX"/>
              <a:t>Haz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A1CC3-2375-41D4-9E03-427CAF2A4C1A}" type="datetimeFigureOut">
              <a:rPr lang="en-US" smtClean="0"/>
              <a:t>10/13/2025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90261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451C3-0FF4-47C4-B829-773ADF60F88C}" type="datetimeFigureOut">
              <a:rPr lang="en-US" smtClean="0"/>
              <a:t>10/13/2025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4684378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451C3-0FF4-47C4-B829-773ADF60F88C}" type="datetimeFigureOut">
              <a:rPr lang="en-US" smtClean="0"/>
              <a:t>10/13/2025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4020201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451C3-0FF4-47C4-B829-773ADF60F88C}" type="datetimeFigureOut">
              <a:rPr lang="en-US" smtClean="0"/>
              <a:t>10/13/2025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3102140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s-MX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451C3-0FF4-47C4-B829-773ADF60F88C}" type="datetimeFigureOut">
              <a:rPr lang="en-US" smtClean="0"/>
              <a:t>10/13/2025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2736954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s-MX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451C3-0FF4-47C4-B829-773ADF60F88C}" type="datetimeFigureOut">
              <a:rPr lang="en-US" smtClean="0"/>
              <a:t>10/13/2025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8229536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6D93-FCAC-47E0-A2EE-787E62CA814C}" type="datetimeFigureOut">
              <a:rPr lang="en-US" smtClean="0"/>
              <a:t>10/13/2025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564794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A879A6-0FD0-4734-A311-86BFCA472E6E}" type="datetimeFigureOut">
              <a:rPr lang="en-US" smtClean="0"/>
              <a:t>10/13/2025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24334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2BE451C3-0FF4-47C4-B829-773ADF60F88C}" type="datetimeFigureOut">
              <a:rPr lang="en-US" smtClean="0"/>
              <a:t>10/13/2025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275542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65" r:id="rId1"/>
    <p:sldLayoutId id="2147483766" r:id="rId2"/>
    <p:sldLayoutId id="2147483767" r:id="rId3"/>
    <p:sldLayoutId id="2147483768" r:id="rId4"/>
    <p:sldLayoutId id="2147483769" r:id="rId5"/>
    <p:sldLayoutId id="2147483770" r:id="rId6"/>
    <p:sldLayoutId id="2147483771" r:id="rId7"/>
    <p:sldLayoutId id="2147483772" r:id="rId8"/>
    <p:sldLayoutId id="2147483773" r:id="rId9"/>
    <p:sldLayoutId id="2147483774" r:id="rId10"/>
    <p:sldLayoutId id="2147483775" r:id="rId11"/>
    <p:sldLayoutId id="2147483776" r:id="rId12"/>
    <p:sldLayoutId id="2147483777" r:id="rId13"/>
    <p:sldLayoutId id="2147483778" r:id="rId14"/>
    <p:sldLayoutId id="2147483779" r:id="rId15"/>
    <p:sldLayoutId id="2147483780" r:id="rId16"/>
    <p:sldLayoutId id="2147483781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2" Type="http://schemas.openxmlformats.org/officeDocument/2006/relationships/image" Target="../media/image5.png"/><Relationship Id="rId16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5" Type="http://schemas.openxmlformats.org/officeDocument/2006/relationships/image" Target="../media/image1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Relationship Id="rId14" Type="http://schemas.openxmlformats.org/officeDocument/2006/relationships/image" Target="../media/image1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image" Target="../media/image29.png"/><Relationship Id="rId18" Type="http://schemas.openxmlformats.org/officeDocument/2006/relationships/image" Target="../media/image34.png"/><Relationship Id="rId3" Type="http://schemas.openxmlformats.org/officeDocument/2006/relationships/image" Target="../media/image5.png"/><Relationship Id="rId7" Type="http://schemas.openxmlformats.org/officeDocument/2006/relationships/image" Target="../media/image23.png"/><Relationship Id="rId12" Type="http://schemas.openxmlformats.org/officeDocument/2006/relationships/image" Target="../media/image28.png"/><Relationship Id="rId17" Type="http://schemas.openxmlformats.org/officeDocument/2006/relationships/image" Target="../media/image33.png"/><Relationship Id="rId2" Type="http://schemas.openxmlformats.org/officeDocument/2006/relationships/image" Target="../media/image20.png"/><Relationship Id="rId16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11" Type="http://schemas.openxmlformats.org/officeDocument/2006/relationships/image" Target="../media/image27.png"/><Relationship Id="rId5" Type="http://schemas.openxmlformats.org/officeDocument/2006/relationships/image" Target="../media/image21.png"/><Relationship Id="rId15" Type="http://schemas.openxmlformats.org/officeDocument/2006/relationships/image" Target="../media/image31.png"/><Relationship Id="rId10" Type="http://schemas.openxmlformats.org/officeDocument/2006/relationships/image" Target="../media/image26.png"/><Relationship Id="rId4" Type="http://schemas.openxmlformats.org/officeDocument/2006/relationships/image" Target="../media/image18.png"/><Relationship Id="rId9" Type="http://schemas.openxmlformats.org/officeDocument/2006/relationships/image" Target="../media/image25.png"/><Relationship Id="rId14" Type="http://schemas.openxmlformats.org/officeDocument/2006/relationships/image" Target="../media/image30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13" Type="http://schemas.openxmlformats.org/officeDocument/2006/relationships/image" Target="../media/image47.png"/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12" Type="http://schemas.openxmlformats.org/officeDocument/2006/relationships/image" Target="../media/image46.png"/><Relationship Id="rId2" Type="http://schemas.openxmlformats.org/officeDocument/2006/relationships/image" Target="../media/image36.png"/><Relationship Id="rId16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11" Type="http://schemas.openxmlformats.org/officeDocument/2006/relationships/image" Target="../media/image45.png"/><Relationship Id="rId5" Type="http://schemas.openxmlformats.org/officeDocument/2006/relationships/image" Target="../media/image39.png"/><Relationship Id="rId15" Type="http://schemas.openxmlformats.org/officeDocument/2006/relationships/image" Target="../media/image49.png"/><Relationship Id="rId10" Type="http://schemas.openxmlformats.org/officeDocument/2006/relationships/image" Target="../media/image44.png"/><Relationship Id="rId4" Type="http://schemas.openxmlformats.org/officeDocument/2006/relationships/image" Target="../media/image38.png"/><Relationship Id="rId9" Type="http://schemas.openxmlformats.org/officeDocument/2006/relationships/image" Target="../media/image43.png"/><Relationship Id="rId14" Type="http://schemas.openxmlformats.org/officeDocument/2006/relationships/image" Target="../media/image48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Rectangle 116">
            <a:extLst>
              <a:ext uri="{FF2B5EF4-FFF2-40B4-BE49-F238E27FC236}">
                <a16:creationId xmlns:a16="http://schemas.microsoft.com/office/drawing/2014/main" id="{1F94DC1C-47D1-41D7-8B1B-9A036D6140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pic>
        <p:nvPicPr>
          <p:cNvPr id="119" name="Picture 118">
            <a:extLst>
              <a:ext uri="{FF2B5EF4-FFF2-40B4-BE49-F238E27FC236}">
                <a16:creationId xmlns:a16="http://schemas.microsoft.com/office/drawing/2014/main" id="{811383CE-CE86-4E1C-B289-798EB9E6E0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1622"/>
          <a:stretch/>
        </p:blipFill>
        <p:spPr>
          <a:xfrm>
            <a:off x="1" y="0"/>
            <a:ext cx="5896768" cy="6856214"/>
          </a:xfrm>
          <a:prstGeom prst="rect">
            <a:avLst/>
          </a:prstGeom>
        </p:spPr>
      </p:pic>
      <p:sp>
        <p:nvSpPr>
          <p:cNvPr id="17" name="Título 16">
            <a:extLst>
              <a:ext uri="{FF2B5EF4-FFF2-40B4-BE49-F238E27FC236}">
                <a16:creationId xmlns:a16="http://schemas.microsoft.com/office/drawing/2014/main" id="{EA76716A-3158-A2EF-E98E-C49FCF1392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3906" y="431800"/>
            <a:ext cx="4537718" cy="2819398"/>
          </a:xfrm>
        </p:spPr>
        <p:txBody>
          <a:bodyPr>
            <a:normAutofit/>
          </a:bodyPr>
          <a:lstStyle/>
          <a:p>
            <a:pPr algn="l">
              <a:lnSpc>
                <a:spcPct val="80000"/>
              </a:lnSpc>
            </a:pPr>
            <a:r>
              <a:rPr lang="es-CL" sz="5400" noProof="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</a:rPr>
              <a:t>Primera presentación CAPSTONE </a:t>
            </a:r>
          </a:p>
        </p:txBody>
      </p:sp>
      <p:sp useBgFill="1">
        <p:nvSpPr>
          <p:cNvPr id="121" name="Freeform 5">
            <a:extLst>
              <a:ext uri="{FF2B5EF4-FFF2-40B4-BE49-F238E27FC236}">
                <a16:creationId xmlns:a16="http://schemas.microsoft.com/office/drawing/2014/main" id="{AC12A592-C02D-46EF-8E1F-9335DB8D71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5827529" y="660400"/>
            <a:ext cx="6381405" cy="6214533"/>
          </a:xfrm>
          <a:custGeom>
            <a:avLst/>
            <a:gdLst>
              <a:gd name="T0" fmla="*/ 1333 w 1333"/>
              <a:gd name="T1" fmla="*/ 1031 h 1298"/>
              <a:gd name="T2" fmla="*/ 1333 w 1333"/>
              <a:gd name="T3" fmla="*/ 380 h 1298"/>
              <a:gd name="T4" fmla="*/ 706 w 1333"/>
              <a:gd name="T5" fmla="*/ 0 h 1298"/>
              <a:gd name="T6" fmla="*/ 0 w 1333"/>
              <a:gd name="T7" fmla="*/ 706 h 1298"/>
              <a:gd name="T8" fmla="*/ 323 w 1333"/>
              <a:gd name="T9" fmla="*/ 1298 h 1298"/>
              <a:gd name="T10" fmla="*/ 1090 w 1333"/>
              <a:gd name="T11" fmla="*/ 1298 h 1298"/>
              <a:gd name="T12" fmla="*/ 1333 w 1333"/>
              <a:gd name="T13" fmla="*/ 1031 h 12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33" h="1298">
                <a:moveTo>
                  <a:pt x="1333" y="1031"/>
                </a:moveTo>
                <a:cubicBezTo>
                  <a:pt x="1333" y="380"/>
                  <a:pt x="1333" y="380"/>
                  <a:pt x="1333" y="380"/>
                </a:cubicBezTo>
                <a:cubicBezTo>
                  <a:pt x="1215" y="154"/>
                  <a:pt x="979" y="0"/>
                  <a:pt x="706" y="0"/>
                </a:cubicBezTo>
                <a:cubicBezTo>
                  <a:pt x="317" y="0"/>
                  <a:pt x="0" y="316"/>
                  <a:pt x="0" y="706"/>
                </a:cubicBezTo>
                <a:cubicBezTo>
                  <a:pt x="0" y="954"/>
                  <a:pt x="129" y="1172"/>
                  <a:pt x="323" y="1298"/>
                </a:cubicBezTo>
                <a:cubicBezTo>
                  <a:pt x="1090" y="1298"/>
                  <a:pt x="1090" y="1298"/>
                  <a:pt x="1090" y="1298"/>
                </a:cubicBezTo>
                <a:cubicBezTo>
                  <a:pt x="1193" y="1232"/>
                  <a:pt x="1276" y="1140"/>
                  <a:pt x="1333" y="1031"/>
                </a:cubicBezTo>
                <a:close/>
              </a:path>
            </a:pathLst>
          </a:cu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algn="ctr"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</a:pPr>
            <a:endParaRPr lang="es-CL" sz="1600" cap="all" noProof="0" dirty="0"/>
          </a:p>
        </p:txBody>
      </p:sp>
      <p:sp>
        <p:nvSpPr>
          <p:cNvPr id="123" name="Freeform 14">
            <a:extLst>
              <a:ext uri="{FF2B5EF4-FFF2-40B4-BE49-F238E27FC236}">
                <a16:creationId xmlns:a16="http://schemas.microsoft.com/office/drawing/2014/main" id="{24005816-5BCA-4665-8A58-5580F8E9C8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81603" y="104899"/>
            <a:ext cx="6896713" cy="6005491"/>
          </a:xfrm>
          <a:custGeom>
            <a:avLst/>
            <a:gdLst>
              <a:gd name="connsiteX0" fmla="*/ 3912717 w 6896713"/>
              <a:gd name="connsiteY0" fmla="*/ 0 h 6005491"/>
              <a:gd name="connsiteX1" fmla="*/ 6679426 w 6896713"/>
              <a:gd name="connsiteY1" fmla="*/ 1146008 h 6005491"/>
              <a:gd name="connsiteX2" fmla="*/ 6896713 w 6896713"/>
              <a:gd name="connsiteY2" fmla="*/ 1385085 h 6005491"/>
              <a:gd name="connsiteX3" fmla="*/ 6896713 w 6896713"/>
              <a:gd name="connsiteY3" fmla="*/ 1431256 h 6005491"/>
              <a:gd name="connsiteX4" fmla="*/ 6657442 w 6896713"/>
              <a:gd name="connsiteY4" fmla="*/ 1167992 h 6005491"/>
              <a:gd name="connsiteX5" fmla="*/ 3912717 w 6896713"/>
              <a:gd name="connsiteY5" fmla="*/ 31089 h 6005491"/>
              <a:gd name="connsiteX6" fmla="*/ 31089 w 6896713"/>
              <a:gd name="connsiteY6" fmla="*/ 3912717 h 6005491"/>
              <a:gd name="connsiteX7" fmla="*/ 593046 w 6896713"/>
              <a:gd name="connsiteY7" fmla="*/ 5925483 h 6005491"/>
              <a:gd name="connsiteX8" fmla="*/ 633874 w 6896713"/>
              <a:gd name="connsiteY8" fmla="*/ 5989169 h 6005491"/>
              <a:gd name="connsiteX9" fmla="*/ 607415 w 6896713"/>
              <a:gd name="connsiteY9" fmla="*/ 6005491 h 6005491"/>
              <a:gd name="connsiteX10" fmla="*/ 566458 w 6896713"/>
              <a:gd name="connsiteY10" fmla="*/ 5941603 h 6005491"/>
              <a:gd name="connsiteX11" fmla="*/ 0 w 6896713"/>
              <a:gd name="connsiteY11" fmla="*/ 3912717 h 6005491"/>
              <a:gd name="connsiteX12" fmla="*/ 3912717 w 6896713"/>
              <a:gd name="connsiteY12" fmla="*/ 0 h 60054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96713" h="6005491">
                <a:moveTo>
                  <a:pt x="3912717" y="0"/>
                </a:moveTo>
                <a:cubicBezTo>
                  <a:pt x="4993184" y="0"/>
                  <a:pt x="5971363" y="437946"/>
                  <a:pt x="6679426" y="1146008"/>
                </a:cubicBezTo>
                <a:lnTo>
                  <a:pt x="6896713" y="1385085"/>
                </a:lnTo>
                <a:lnTo>
                  <a:pt x="6896713" y="1431256"/>
                </a:lnTo>
                <a:lnTo>
                  <a:pt x="6657442" y="1167992"/>
                </a:lnTo>
                <a:cubicBezTo>
                  <a:pt x="5955006" y="465555"/>
                  <a:pt x="4984599" y="31089"/>
                  <a:pt x="3912717" y="31089"/>
                </a:cubicBezTo>
                <a:cubicBezTo>
                  <a:pt x="1768953" y="31089"/>
                  <a:pt x="31089" y="1768953"/>
                  <a:pt x="31089" y="3912717"/>
                </a:cubicBezTo>
                <a:cubicBezTo>
                  <a:pt x="31089" y="4649636"/>
                  <a:pt x="236442" y="5338592"/>
                  <a:pt x="593046" y="5925483"/>
                </a:cubicBezTo>
                <a:lnTo>
                  <a:pt x="633874" y="5989169"/>
                </a:lnTo>
                <a:lnTo>
                  <a:pt x="607415" y="6005491"/>
                </a:lnTo>
                <a:lnTo>
                  <a:pt x="566458" y="5941603"/>
                </a:lnTo>
                <a:cubicBezTo>
                  <a:pt x="206998" y="5350013"/>
                  <a:pt x="0" y="4655538"/>
                  <a:pt x="0" y="3912717"/>
                </a:cubicBezTo>
                <a:cubicBezTo>
                  <a:pt x="0" y="1751783"/>
                  <a:pt x="1751783" y="0"/>
                  <a:pt x="3912717" y="0"/>
                </a:cubicBezTo>
                <a:close/>
              </a:path>
            </a:pathLst>
          </a:custGeom>
          <a:solidFill>
            <a:srgbClr val="FFFFFF">
              <a:alpha val="41961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BF07F359-8CA3-4854-91E7-EE60040205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516018" y="331504"/>
            <a:ext cx="6675982" cy="5235326"/>
            <a:chOff x="5516018" y="331504"/>
            <a:chExt cx="6675982" cy="5235326"/>
          </a:xfrm>
        </p:grpSpPr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8A7FCE86-4904-4337-8D0A-3ABA73F609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66830" y="331504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BA32C234-504D-411A-A62B-C1CFD8CE74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20000" flipH="1">
              <a:off x="9408861" y="338328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881593A9-FD94-454C-9225-478E907061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240000" flipH="1">
              <a:off x="9551700" y="347636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FA3524A1-6DED-4D15-ADE5-F797DBCEC7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360000" flipH="1">
              <a:off x="9688748" y="368088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AA8491CF-856E-4A54-84A5-45C558D41A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540000" flipH="1">
              <a:off x="9824866" y="389224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AD63A388-BF18-4ABD-96E0-5946B1ABB1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660000" flipH="1">
              <a:off x="9966867" y="417549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9CF6D779-BD20-4058-AC29-AF4E2510C2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780000" flipH="1">
              <a:off x="10104425" y="445874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4189C0F2-FCB0-4636-9B05-F9FCBB2020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900000" flipH="1">
              <a:off x="10240513" y="479483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E74CB59A-0AC3-4235-A93D-73EE124669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080000" flipH="1">
              <a:off x="10373882" y="524355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2B6E97A3-E95A-4D79-A8F8-1945EA2634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200000" flipH="1">
              <a:off x="10505632" y="570628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9F4ABF86-0905-4DE8-8F0B-D10D3D6F9C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320000" flipH="1">
              <a:off x="10637382" y="621344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4FAAFEF7-DFA1-48C7-9E4E-FF7B1453C7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440000" flipH="1">
              <a:off x="10760965" y="690439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ED828735-DFD9-4894-8461-77A2FB0C92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620000" flipH="1">
              <a:off x="10888991" y="75509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7A6C2585-E93E-489D-8819-FCEE3CFF11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740000" flipH="1">
              <a:off x="11010193" y="819743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E57C1F25-FC5C-4082-B4F6-888F8E467E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860000" flipH="1">
              <a:off x="11129014" y="895662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F5DF4BDB-CA1D-4DA1-8D26-6BAEE0A21A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980000" flipH="1">
              <a:off x="11249872" y="96809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3315D2A0-DDA4-4A25-9CC7-7F90CCF0C4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2160000" flipH="1">
              <a:off x="11366875" y="1048084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75312B72-7E7D-4B0B-960E-7D7C9540EB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2280000" flipH="1">
              <a:off x="11474058" y="1131525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C48B42BB-3C0E-4546-957B-AB593E308C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2400000" flipH="1">
              <a:off x="11583303" y="1221790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Straight Connector 144">
              <a:extLst>
                <a:ext uri="{FF2B5EF4-FFF2-40B4-BE49-F238E27FC236}">
                  <a16:creationId xmlns:a16="http://schemas.microsoft.com/office/drawing/2014/main" id="{437809D5-5F69-4BC6-A661-44B2A8A682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2520000" flipH="1">
              <a:off x="11685344" y="1321772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B269CB4C-8BB5-4F63-8961-7EB8FE56D4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2700000" flipH="1">
              <a:off x="11787704" y="1417630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D5E7B60C-3F52-49EA-99F5-BE42AF88DD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2820000" flipH="1">
              <a:off x="11880859" y="151793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Straight Connector 147">
              <a:extLst>
                <a:ext uri="{FF2B5EF4-FFF2-40B4-BE49-F238E27FC236}">
                  <a16:creationId xmlns:a16="http://schemas.microsoft.com/office/drawing/2014/main" id="{1C5E885C-0F0D-4E11-8B78-4CE951E269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2940000" flipH="1">
              <a:off x="11969252" y="1627437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Straight Connector 148">
              <a:extLst>
                <a:ext uri="{FF2B5EF4-FFF2-40B4-BE49-F238E27FC236}">
                  <a16:creationId xmlns:a16="http://schemas.microsoft.com/office/drawing/2014/main" id="{4BFA6E20-F564-4CA4-9150-FDD50B02CD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3060000" flipH="1">
              <a:off x="12062016" y="173601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Straight Connector 149">
              <a:extLst>
                <a:ext uri="{FF2B5EF4-FFF2-40B4-BE49-F238E27FC236}">
                  <a16:creationId xmlns:a16="http://schemas.microsoft.com/office/drawing/2014/main" id="{C3C02C6B-B913-486F-ACAE-432DE1F770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2074680" y="1910249"/>
              <a:ext cx="117320" cy="82912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Straight Connector 150">
              <a:extLst>
                <a:ext uri="{FF2B5EF4-FFF2-40B4-BE49-F238E27FC236}">
                  <a16:creationId xmlns:a16="http://schemas.microsoft.com/office/drawing/2014/main" id="{B6B5EE64-D401-45A4-82D4-85D4BF5C8E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2149943" y="2083594"/>
              <a:ext cx="39676" cy="21436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Straight Connector 151">
              <a:extLst>
                <a:ext uri="{FF2B5EF4-FFF2-40B4-BE49-F238E27FC236}">
                  <a16:creationId xmlns:a16="http://schemas.microsoft.com/office/drawing/2014/main" id="{5F622D05-678C-405E-A74F-8D92A9C644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180000" flipH="1">
              <a:off x="9127990" y="33425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Straight Connector 152">
              <a:extLst>
                <a:ext uri="{FF2B5EF4-FFF2-40B4-BE49-F238E27FC236}">
                  <a16:creationId xmlns:a16="http://schemas.microsoft.com/office/drawing/2014/main" id="{D8E01EF1-6517-49CC-9891-1BD6D0F49D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300000" flipH="1">
              <a:off x="8987576" y="336633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Straight Connector 153">
              <a:extLst>
                <a:ext uri="{FF2B5EF4-FFF2-40B4-BE49-F238E27FC236}">
                  <a16:creationId xmlns:a16="http://schemas.microsoft.com/office/drawing/2014/main" id="{EC93E79A-63A6-4782-9D2C-BC50CD3B94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420000" flipH="1">
              <a:off x="8844859" y="351176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Straight Connector 154">
              <a:extLst>
                <a:ext uri="{FF2B5EF4-FFF2-40B4-BE49-F238E27FC236}">
                  <a16:creationId xmlns:a16="http://schemas.microsoft.com/office/drawing/2014/main" id="{46C4B4DB-9B57-4C69-96EB-3E1910CEF4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540000" flipH="1">
              <a:off x="8706904" y="365719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Straight Connector 155">
              <a:extLst>
                <a:ext uri="{FF2B5EF4-FFF2-40B4-BE49-F238E27FC236}">
                  <a16:creationId xmlns:a16="http://schemas.microsoft.com/office/drawing/2014/main" id="{9BBDCDA7-4ECB-42B1-8524-3D30023D6B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720000" flipH="1">
              <a:off x="8568008" y="38789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Straight Connector 156">
              <a:extLst>
                <a:ext uri="{FF2B5EF4-FFF2-40B4-BE49-F238E27FC236}">
                  <a16:creationId xmlns:a16="http://schemas.microsoft.com/office/drawing/2014/main" id="{C7483057-DCDA-4BC6-8E99-7EAD94E878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840000" flipH="1">
              <a:off x="8429112" y="410063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Straight Connector 157">
              <a:extLst>
                <a:ext uri="{FF2B5EF4-FFF2-40B4-BE49-F238E27FC236}">
                  <a16:creationId xmlns:a16="http://schemas.microsoft.com/office/drawing/2014/main" id="{E5C35A56-0BFD-443F-8C2B-CA73A3BFE9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960000" flipH="1">
              <a:off x="8294968" y="446219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Straight Connector 158">
              <a:extLst>
                <a:ext uri="{FF2B5EF4-FFF2-40B4-BE49-F238E27FC236}">
                  <a16:creationId xmlns:a16="http://schemas.microsoft.com/office/drawing/2014/main" id="{214A0AE5-3A88-4D5D-845C-5E906888C8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1080000" flipH="1">
              <a:off x="8160824" y="482375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Straight Connector 159">
              <a:extLst>
                <a:ext uri="{FF2B5EF4-FFF2-40B4-BE49-F238E27FC236}">
                  <a16:creationId xmlns:a16="http://schemas.microsoft.com/office/drawing/2014/main" id="{44D7BF13-EDB8-4740-A3C5-87E2E7C676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1260000" flipH="1">
              <a:off x="8027689" y="531848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Straight Connector 160">
              <a:extLst>
                <a:ext uri="{FF2B5EF4-FFF2-40B4-BE49-F238E27FC236}">
                  <a16:creationId xmlns:a16="http://schemas.microsoft.com/office/drawing/2014/main" id="{16DAB64F-4B49-434F-BFB6-0BEB41AFB6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1380000" flipH="1">
              <a:off x="7894554" y="58132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Straight Connector 161">
              <a:extLst>
                <a:ext uri="{FF2B5EF4-FFF2-40B4-BE49-F238E27FC236}">
                  <a16:creationId xmlns:a16="http://schemas.microsoft.com/office/drawing/2014/main" id="{93B5AD9A-BDA6-42CE-A1C0-C072103072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1500000" flipH="1">
              <a:off x="7761419" y="630794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Straight Connector 162">
              <a:extLst>
                <a:ext uri="{FF2B5EF4-FFF2-40B4-BE49-F238E27FC236}">
                  <a16:creationId xmlns:a16="http://schemas.microsoft.com/office/drawing/2014/main" id="{5FD67DCC-475F-4BED-A634-FCDD63176B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1620000" flipH="1">
              <a:off x="7636645" y="689804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Straight Connector 163">
              <a:extLst>
                <a:ext uri="{FF2B5EF4-FFF2-40B4-BE49-F238E27FC236}">
                  <a16:creationId xmlns:a16="http://schemas.microsoft.com/office/drawing/2014/main" id="{ED276E23-C86D-408D-821A-1E9A44CAEA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1800000" flipH="1">
              <a:off x="7511871" y="751195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Straight Connector 164">
              <a:extLst>
                <a:ext uri="{FF2B5EF4-FFF2-40B4-BE49-F238E27FC236}">
                  <a16:creationId xmlns:a16="http://schemas.microsoft.com/office/drawing/2014/main" id="{A879A029-D911-41C4-B218-E41871762F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1920000" flipH="1">
              <a:off x="7387899" y="81977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Straight Connector 165">
              <a:extLst>
                <a:ext uri="{FF2B5EF4-FFF2-40B4-BE49-F238E27FC236}">
                  <a16:creationId xmlns:a16="http://schemas.microsoft.com/office/drawing/2014/main" id="{E9C7C9F5-65FB-4EF9-9AAD-F7E1FC14B8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2040000" flipH="1">
              <a:off x="7268530" y="893163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Straight Connector 166">
              <a:extLst>
                <a:ext uri="{FF2B5EF4-FFF2-40B4-BE49-F238E27FC236}">
                  <a16:creationId xmlns:a16="http://schemas.microsoft.com/office/drawing/2014/main" id="{6115B885-5742-431C-BA48-96FC1F6D22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2160000" flipH="1">
              <a:off x="7152030" y="976584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Straight Connector 167">
              <a:extLst>
                <a:ext uri="{FF2B5EF4-FFF2-40B4-BE49-F238E27FC236}">
                  <a16:creationId xmlns:a16="http://schemas.microsoft.com/office/drawing/2014/main" id="{6ACE37A6-0062-4B86-B4E6-18088040CD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2340000" flipH="1">
              <a:off x="7041695" y="1060025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Straight Connector 168">
              <a:extLst>
                <a:ext uri="{FF2B5EF4-FFF2-40B4-BE49-F238E27FC236}">
                  <a16:creationId xmlns:a16="http://schemas.microsoft.com/office/drawing/2014/main" id="{0A8679B4-56BA-43AB-A0A2-E2DA3E2053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2460000" flipH="1">
              <a:off x="6931360" y="1143466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Straight Connector 169">
              <a:extLst>
                <a:ext uri="{FF2B5EF4-FFF2-40B4-BE49-F238E27FC236}">
                  <a16:creationId xmlns:a16="http://schemas.microsoft.com/office/drawing/2014/main" id="{80DE24D2-627B-4C47-A858-A572BCDBAC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2580000" flipH="1">
              <a:off x="6819070" y="1235864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Straight Connector 170">
              <a:extLst>
                <a:ext uri="{FF2B5EF4-FFF2-40B4-BE49-F238E27FC236}">
                  <a16:creationId xmlns:a16="http://schemas.microsoft.com/office/drawing/2014/main" id="{B612A33E-5DE0-4E4D-9469-0BD0B3E0E7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2700000" flipH="1">
              <a:off x="6721359" y="1332746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>
              <a:extLst>
                <a:ext uri="{FF2B5EF4-FFF2-40B4-BE49-F238E27FC236}">
                  <a16:creationId xmlns:a16="http://schemas.microsoft.com/office/drawing/2014/main" id="{91673515-5E42-490F-85A0-45658D81C6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2880000" flipH="1">
              <a:off x="6617467" y="1429423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>
              <a:extLst>
                <a:ext uri="{FF2B5EF4-FFF2-40B4-BE49-F238E27FC236}">
                  <a16:creationId xmlns:a16="http://schemas.microsoft.com/office/drawing/2014/main" id="{6B048C17-3768-4DAF-A7AE-B2E7174970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3000000" flipH="1">
              <a:off x="6520032" y="1527285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BAA4E6AA-9D65-4EED-91CB-87A5762ED0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3120000" flipH="1">
              <a:off x="6429579" y="1641610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DB48B9EB-BBF2-48D7-A1D7-720D94506B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3240000" flipH="1">
              <a:off x="6340532" y="1750423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>
              <a:extLst>
                <a:ext uri="{FF2B5EF4-FFF2-40B4-BE49-F238E27FC236}">
                  <a16:creationId xmlns:a16="http://schemas.microsoft.com/office/drawing/2014/main" id="{21492B79-7338-4309-8667-BB29A7BC7B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3420000" flipH="1">
              <a:off x="6261757" y="1860178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>
              <a:extLst>
                <a:ext uri="{FF2B5EF4-FFF2-40B4-BE49-F238E27FC236}">
                  <a16:creationId xmlns:a16="http://schemas.microsoft.com/office/drawing/2014/main" id="{0352FD87-EC9C-4EB5-9ACC-A152F78FC8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3540000" flipH="1">
              <a:off x="6184144" y="1979619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Connector 177">
              <a:extLst>
                <a:ext uri="{FF2B5EF4-FFF2-40B4-BE49-F238E27FC236}">
                  <a16:creationId xmlns:a16="http://schemas.microsoft.com/office/drawing/2014/main" id="{FF2CEA1F-EFA8-4353-B5F8-CCE27955A1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3660000" flipH="1">
              <a:off x="6106531" y="2099060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Straight Connector 178">
              <a:extLst>
                <a:ext uri="{FF2B5EF4-FFF2-40B4-BE49-F238E27FC236}">
                  <a16:creationId xmlns:a16="http://schemas.microsoft.com/office/drawing/2014/main" id="{63E2723F-2530-4636-9A19-8F11B15662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3780000" flipH="1">
              <a:off x="6043206" y="2222556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Straight Connector 179">
              <a:extLst>
                <a:ext uri="{FF2B5EF4-FFF2-40B4-BE49-F238E27FC236}">
                  <a16:creationId xmlns:a16="http://schemas.microsoft.com/office/drawing/2014/main" id="{4A9EE901-51C9-4292-BB45-5EDB8568A0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3960000" flipH="1">
              <a:off x="5978913" y="234430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Straight Connector 180">
              <a:extLst>
                <a:ext uri="{FF2B5EF4-FFF2-40B4-BE49-F238E27FC236}">
                  <a16:creationId xmlns:a16="http://schemas.microsoft.com/office/drawing/2014/main" id="{555407C2-7321-48CD-811F-92C71F701C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4080000" flipH="1">
              <a:off x="5912438" y="2470678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" name="Straight Connector 181">
              <a:extLst>
                <a:ext uri="{FF2B5EF4-FFF2-40B4-BE49-F238E27FC236}">
                  <a16:creationId xmlns:a16="http://schemas.microsoft.com/office/drawing/2014/main" id="{E5298A8A-2787-4153-BDA2-E939BFD514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4200000" flipH="1">
              <a:off x="5858875" y="2600922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" name="Straight Connector 182">
              <a:extLst>
                <a:ext uri="{FF2B5EF4-FFF2-40B4-BE49-F238E27FC236}">
                  <a16:creationId xmlns:a16="http://schemas.microsoft.com/office/drawing/2014/main" id="{C45057B3-3FAB-42ED-AF52-F00BB07FA5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4320000" flipH="1">
              <a:off x="5808182" y="2734040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" name="Straight Connector 183">
              <a:extLst>
                <a:ext uri="{FF2B5EF4-FFF2-40B4-BE49-F238E27FC236}">
                  <a16:creationId xmlns:a16="http://schemas.microsoft.com/office/drawing/2014/main" id="{DA3F09E9-F476-4352-90E3-6A15C74268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4500000" flipH="1">
              <a:off x="5773263" y="2866860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Straight Connector 184">
              <a:extLst>
                <a:ext uri="{FF2B5EF4-FFF2-40B4-BE49-F238E27FC236}">
                  <a16:creationId xmlns:a16="http://schemas.microsoft.com/office/drawing/2014/main" id="{128F7C5C-CECC-45A8-8A1F-D679534D4C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4620000" flipH="1">
              <a:off x="5735963" y="300206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Connector 185">
              <a:extLst>
                <a:ext uri="{FF2B5EF4-FFF2-40B4-BE49-F238E27FC236}">
                  <a16:creationId xmlns:a16="http://schemas.microsoft.com/office/drawing/2014/main" id="{FFFDFE9C-2017-4831-9F1B-6A03B58B10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4740000" flipH="1">
              <a:off x="5700105" y="3138910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Straight Connector 186">
              <a:extLst>
                <a:ext uri="{FF2B5EF4-FFF2-40B4-BE49-F238E27FC236}">
                  <a16:creationId xmlns:a16="http://schemas.microsoft.com/office/drawing/2014/main" id="{01BC942F-09CF-4A51-85A5-E23E2D71C8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4860000" flipH="1">
              <a:off x="5665939" y="3275489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Straight Connector 187">
              <a:extLst>
                <a:ext uri="{FF2B5EF4-FFF2-40B4-BE49-F238E27FC236}">
                  <a16:creationId xmlns:a16="http://schemas.microsoft.com/office/drawing/2014/main" id="{1456B520-137F-484D-A1B1-7DA5C3F823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5040000" flipH="1">
              <a:off x="5644476" y="341425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Straight Connector 188">
              <a:extLst>
                <a:ext uri="{FF2B5EF4-FFF2-40B4-BE49-F238E27FC236}">
                  <a16:creationId xmlns:a16="http://schemas.microsoft.com/office/drawing/2014/main" id="{9ECA29F0-381E-4770-97BF-54C4E52201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5160000" flipH="1">
              <a:off x="5626530" y="3554628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" name="Straight Connector 189">
              <a:extLst>
                <a:ext uri="{FF2B5EF4-FFF2-40B4-BE49-F238E27FC236}">
                  <a16:creationId xmlns:a16="http://schemas.microsoft.com/office/drawing/2014/main" id="{D43CCF9F-8F11-4676-82F3-DEE8A48C85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5280000" flipH="1">
              <a:off x="5616429" y="369183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Straight Connector 190">
              <a:extLst>
                <a:ext uri="{FF2B5EF4-FFF2-40B4-BE49-F238E27FC236}">
                  <a16:creationId xmlns:a16="http://schemas.microsoft.com/office/drawing/2014/main" id="{6FA620FD-6A45-4754-BF42-A9FA44966D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5400000" flipH="1">
              <a:off x="5611319" y="3835374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Straight Connector 191">
              <a:extLst>
                <a:ext uri="{FF2B5EF4-FFF2-40B4-BE49-F238E27FC236}">
                  <a16:creationId xmlns:a16="http://schemas.microsoft.com/office/drawing/2014/main" id="{DC4D38F3-F3A2-42F4-8B57-DE978EC4AD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5580000" flipH="1">
              <a:off x="5608540" y="3975726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Straight Connector 192">
              <a:extLst>
                <a:ext uri="{FF2B5EF4-FFF2-40B4-BE49-F238E27FC236}">
                  <a16:creationId xmlns:a16="http://schemas.microsoft.com/office/drawing/2014/main" id="{3C26D30E-A91E-4A5B-A419-0B9D79D57C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5700000" flipH="1">
              <a:off x="5605761" y="4116078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Straight Connector 193">
              <a:extLst>
                <a:ext uri="{FF2B5EF4-FFF2-40B4-BE49-F238E27FC236}">
                  <a16:creationId xmlns:a16="http://schemas.microsoft.com/office/drawing/2014/main" id="{ADAB3EBC-722A-462E-AAAE-506E50038E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5820000" flipH="1">
              <a:off x="5624195" y="4254218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Straight Connector 194">
              <a:extLst>
                <a:ext uri="{FF2B5EF4-FFF2-40B4-BE49-F238E27FC236}">
                  <a16:creationId xmlns:a16="http://schemas.microsoft.com/office/drawing/2014/main" id="{CBAABC17-832F-48CF-B0D7-0F7DE54607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5940000" flipH="1">
              <a:off x="5642629" y="4392358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Straight Connector 195">
              <a:extLst>
                <a:ext uri="{FF2B5EF4-FFF2-40B4-BE49-F238E27FC236}">
                  <a16:creationId xmlns:a16="http://schemas.microsoft.com/office/drawing/2014/main" id="{E1FCA513-75D7-414B-BE8F-D780746A1A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6120000" flipH="1">
              <a:off x="5654818" y="4536385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Straight Connector 196">
              <a:extLst>
                <a:ext uri="{FF2B5EF4-FFF2-40B4-BE49-F238E27FC236}">
                  <a16:creationId xmlns:a16="http://schemas.microsoft.com/office/drawing/2014/main" id="{F2EDEC73-B6F5-473F-934A-CEF57604A8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6240000" flipH="1">
              <a:off x="5684446" y="4671367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Straight Connector 197">
              <a:extLst>
                <a:ext uri="{FF2B5EF4-FFF2-40B4-BE49-F238E27FC236}">
                  <a16:creationId xmlns:a16="http://schemas.microsoft.com/office/drawing/2014/main" id="{5B987884-C452-4492-A9F8-2770D3373B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6360000" flipH="1">
              <a:off x="5714074" y="4808730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198">
              <a:extLst>
                <a:ext uri="{FF2B5EF4-FFF2-40B4-BE49-F238E27FC236}">
                  <a16:creationId xmlns:a16="http://schemas.microsoft.com/office/drawing/2014/main" id="{9D978AF2-B7BB-4E05-81F1-1A5DBD1CB4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6480000" flipH="1">
              <a:off x="5748464" y="4948474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Straight Connector 199">
              <a:extLst>
                <a:ext uri="{FF2B5EF4-FFF2-40B4-BE49-F238E27FC236}">
                  <a16:creationId xmlns:a16="http://schemas.microsoft.com/office/drawing/2014/main" id="{D7AD4D45-C3AB-458E-B826-0FACBD0DF3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6660000" flipH="1">
              <a:off x="5792091" y="5077607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200">
              <a:extLst>
                <a:ext uri="{FF2B5EF4-FFF2-40B4-BE49-F238E27FC236}">
                  <a16:creationId xmlns:a16="http://schemas.microsoft.com/office/drawing/2014/main" id="{A6E15555-6738-463C-B7DF-86429F2F96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6780000" flipH="1">
              <a:off x="5847441" y="5211223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Straight Connector 201">
              <a:extLst>
                <a:ext uri="{FF2B5EF4-FFF2-40B4-BE49-F238E27FC236}">
                  <a16:creationId xmlns:a16="http://schemas.microsoft.com/office/drawing/2014/main" id="{AE487172-B4C3-4D13-A562-EF0BA3DD96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6900000" flipH="1">
              <a:off x="5900410" y="5342458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202">
              <a:extLst>
                <a:ext uri="{FF2B5EF4-FFF2-40B4-BE49-F238E27FC236}">
                  <a16:creationId xmlns:a16="http://schemas.microsoft.com/office/drawing/2014/main" id="{08E66297-1295-432A-AA84-7BB2341C19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7020000" flipH="1">
              <a:off x="5955760" y="5473693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1" name="Imagen 20">
            <a:extLst>
              <a:ext uri="{FF2B5EF4-FFF2-40B4-BE49-F238E27FC236}">
                <a16:creationId xmlns:a16="http://schemas.microsoft.com/office/drawing/2014/main" id="{D724955A-E568-396B-CA71-67340D0912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4679" y="3629553"/>
            <a:ext cx="5124328" cy="819892"/>
          </a:xfrm>
          <a:prstGeom prst="rect">
            <a:avLst/>
          </a:prstGeom>
        </p:spPr>
      </p:pic>
      <p:sp>
        <p:nvSpPr>
          <p:cNvPr id="22" name="Título 16">
            <a:extLst>
              <a:ext uri="{FF2B5EF4-FFF2-40B4-BE49-F238E27FC236}">
                <a16:creationId xmlns:a16="http://schemas.microsoft.com/office/drawing/2014/main" id="{98F53D74-19AB-93D5-3472-DA3C2C4B6CD4}"/>
              </a:ext>
            </a:extLst>
          </p:cNvPr>
          <p:cNvSpPr txBox="1">
            <a:spLocks/>
          </p:cNvSpPr>
          <p:nvPr/>
        </p:nvSpPr>
        <p:spPr>
          <a:xfrm>
            <a:off x="-34619" y="4039499"/>
            <a:ext cx="5896768" cy="1624519"/>
          </a:xfrm>
          <a:prstGeom prst="rect">
            <a:avLst/>
          </a:prstGeom>
          <a:ln>
            <a:solidFill>
              <a:schemeClr val="bg1"/>
            </a:solidFill>
          </a:ln>
          <a:effectLst/>
        </p:spPr>
        <p:txBody>
          <a:bodyPr vert="horz" lIns="91440" tIns="45720" rIns="91440" bIns="45720" rtlCol="0" anchor="b">
            <a:normAutofit fontScale="62500" lnSpcReduction="20000"/>
          </a:bodyPr>
          <a:lstStyle>
            <a:lvl1pPr algn="r" defTabSz="457200" rtl="0" eaLnBrk="1" latinLnBrk="0" hangingPunct="1">
              <a:spcBef>
                <a:spcPct val="0"/>
              </a:spcBef>
              <a:buNone/>
              <a:defRPr sz="48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l"/>
            <a:r>
              <a:rPr lang="es-CL" noProof="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</a:rPr>
              <a:t>INTEGRANTES:	Jorge merino</a:t>
            </a:r>
          </a:p>
          <a:p>
            <a:pPr algn="l"/>
            <a:r>
              <a:rPr lang="es-CL" noProof="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</a:rPr>
              <a:t>					PATRICIO LAGOS</a:t>
            </a:r>
          </a:p>
          <a:p>
            <a:pPr algn="l"/>
            <a:r>
              <a:rPr lang="es-CL" noProof="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</a:rPr>
              <a:t>					CARLOS ARRIAGADA</a:t>
            </a:r>
            <a:endParaRPr lang="es-CL" sz="2400" b="1" noProof="0" dirty="0">
              <a:ln w="3175" cmpd="sng">
                <a:solidFill>
                  <a:schemeClr val="tx1"/>
                </a:solidFill>
              </a:ln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8125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13A38F-ADE6-81C4-A455-713E624BDA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8052" y="4582"/>
            <a:ext cx="10131425" cy="1456267"/>
          </a:xfrm>
        </p:spPr>
        <p:txBody>
          <a:bodyPr>
            <a:normAutofit/>
          </a:bodyPr>
          <a:lstStyle/>
          <a:p>
            <a:pPr algn="ctr"/>
            <a:r>
              <a:rPr lang="es-CL" sz="4800" noProof="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Concepto Smart-Coach</a:t>
            </a:r>
            <a:endParaRPr lang="es-CL" sz="4800" noProof="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2CB800C-3C90-40DA-981F-873FFF3A8E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8051" y="1196091"/>
            <a:ext cx="10131425" cy="1286933"/>
          </a:xfrm>
        </p:spPr>
        <p:txBody>
          <a:bodyPr/>
          <a:lstStyle/>
          <a:p>
            <a:pPr marL="0" indent="0" algn="ctr">
              <a:buNone/>
            </a:pPr>
            <a:r>
              <a:rPr lang="es-CL" noProof="0" dirty="0"/>
              <a:t>La idea de una plataforma revolucionaría que puede cambiar la forma en que entrenamos los distintos deportes</a:t>
            </a:r>
          </a:p>
        </p:txBody>
      </p:sp>
      <p:pic>
        <p:nvPicPr>
          <p:cNvPr id="4" name="Image 3" descr="preencoded.png">
            <a:extLst>
              <a:ext uri="{FF2B5EF4-FFF2-40B4-BE49-F238E27FC236}">
                <a16:creationId xmlns:a16="http://schemas.microsoft.com/office/drawing/2014/main" id="{59243E99-D6BC-6033-2642-C610515390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5732" y="2460028"/>
            <a:ext cx="952500" cy="952500"/>
          </a:xfrm>
          <a:prstGeom prst="rect">
            <a:avLst/>
          </a:prstGeom>
        </p:spPr>
      </p:pic>
      <p:pic>
        <p:nvPicPr>
          <p:cNvPr id="6" name="Image 5" descr="preencoded.png">
            <a:extLst>
              <a:ext uri="{FF2B5EF4-FFF2-40B4-BE49-F238E27FC236}">
                <a16:creationId xmlns:a16="http://schemas.microsoft.com/office/drawing/2014/main" id="{FF751EE4-92AC-7F07-5CFC-711229E8F5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3982" y="2460028"/>
            <a:ext cx="952500" cy="952500"/>
          </a:xfrm>
          <a:prstGeom prst="rect">
            <a:avLst/>
          </a:prstGeom>
        </p:spPr>
      </p:pic>
      <p:pic>
        <p:nvPicPr>
          <p:cNvPr id="7" name="Image 6" descr="preencoded.png">
            <a:extLst>
              <a:ext uri="{FF2B5EF4-FFF2-40B4-BE49-F238E27FC236}">
                <a16:creationId xmlns:a16="http://schemas.microsoft.com/office/drawing/2014/main" id="{B2BB4F3E-2EDC-420C-7858-5E3BD895CA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97832" y="2745778"/>
            <a:ext cx="304800" cy="381000"/>
          </a:xfrm>
          <a:prstGeom prst="rect">
            <a:avLst/>
          </a:prstGeom>
        </p:spPr>
      </p:pic>
      <p:pic>
        <p:nvPicPr>
          <p:cNvPr id="8" name="Image 7" descr="preencoded.png">
            <a:extLst>
              <a:ext uri="{FF2B5EF4-FFF2-40B4-BE49-F238E27FC236}">
                <a16:creationId xmlns:a16="http://schemas.microsoft.com/office/drawing/2014/main" id="{7FAA152A-7BAE-CD02-2C0A-ACAF629BF4C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12232" y="2460028"/>
            <a:ext cx="952500" cy="952500"/>
          </a:xfrm>
          <a:prstGeom prst="rect">
            <a:avLst/>
          </a:prstGeom>
        </p:spPr>
      </p:pic>
      <p:pic>
        <p:nvPicPr>
          <p:cNvPr id="9" name="Image 8" descr="preencoded.png">
            <a:extLst>
              <a:ext uri="{FF2B5EF4-FFF2-40B4-BE49-F238E27FC236}">
                <a16:creationId xmlns:a16="http://schemas.microsoft.com/office/drawing/2014/main" id="{3339C995-C40C-9758-11CC-655623E2BAC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4170" y="2745778"/>
            <a:ext cx="428625" cy="381000"/>
          </a:xfrm>
          <a:prstGeom prst="rect">
            <a:avLst/>
          </a:prstGeom>
        </p:spPr>
      </p:pic>
      <p:pic>
        <p:nvPicPr>
          <p:cNvPr id="10" name="Image 9" descr="preencoded.png">
            <a:extLst>
              <a:ext uri="{FF2B5EF4-FFF2-40B4-BE49-F238E27FC236}">
                <a16:creationId xmlns:a16="http://schemas.microsoft.com/office/drawing/2014/main" id="{9201E254-2C81-2387-E3F3-E2F5959C13B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50482" y="2460028"/>
            <a:ext cx="952500" cy="952500"/>
          </a:xfrm>
          <a:prstGeom prst="rect">
            <a:avLst/>
          </a:prstGeom>
        </p:spPr>
      </p:pic>
      <p:pic>
        <p:nvPicPr>
          <p:cNvPr id="11" name="Image 10" descr="preencoded.png">
            <a:extLst>
              <a:ext uri="{FF2B5EF4-FFF2-40B4-BE49-F238E27FC236}">
                <a16:creationId xmlns:a16="http://schemas.microsoft.com/office/drawing/2014/main" id="{2C37BCE9-C56E-18CF-F23E-DD4C201064C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55282" y="2745778"/>
            <a:ext cx="342900" cy="381000"/>
          </a:xfrm>
          <a:prstGeom prst="rect">
            <a:avLst/>
          </a:prstGeom>
        </p:spPr>
      </p:pic>
      <p:pic>
        <p:nvPicPr>
          <p:cNvPr id="12" name="Image 11" descr="preencoded.png">
            <a:extLst>
              <a:ext uri="{FF2B5EF4-FFF2-40B4-BE49-F238E27FC236}">
                <a16:creationId xmlns:a16="http://schemas.microsoft.com/office/drawing/2014/main" id="{84F29031-2D64-4EC0-77F5-DA22F459D42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88732" y="2460028"/>
            <a:ext cx="952500" cy="952500"/>
          </a:xfrm>
          <a:prstGeom prst="rect">
            <a:avLst/>
          </a:prstGeom>
        </p:spPr>
      </p:pic>
      <p:pic>
        <p:nvPicPr>
          <p:cNvPr id="13" name="Image 12" descr="preencoded.png">
            <a:extLst>
              <a:ext uri="{FF2B5EF4-FFF2-40B4-BE49-F238E27FC236}">
                <a16:creationId xmlns:a16="http://schemas.microsoft.com/office/drawing/2014/main" id="{34957360-2C3B-0FA7-6299-E812BEDF1B8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50670" y="2745778"/>
            <a:ext cx="428625" cy="381000"/>
          </a:xfrm>
          <a:prstGeom prst="rect">
            <a:avLst/>
          </a:prstGeom>
        </p:spPr>
      </p:pic>
      <p:pic>
        <p:nvPicPr>
          <p:cNvPr id="14" name="Image 13" descr="preencoded.png">
            <a:extLst>
              <a:ext uri="{FF2B5EF4-FFF2-40B4-BE49-F238E27FC236}">
                <a16:creationId xmlns:a16="http://schemas.microsoft.com/office/drawing/2014/main" id="{DF9DD504-79A9-8F2F-DC76-3095F8B70BB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026982" y="2460028"/>
            <a:ext cx="952500" cy="952500"/>
          </a:xfrm>
          <a:prstGeom prst="rect">
            <a:avLst/>
          </a:prstGeom>
        </p:spPr>
      </p:pic>
      <p:pic>
        <p:nvPicPr>
          <p:cNvPr id="15" name="Image 14" descr="preencoded.png">
            <a:extLst>
              <a:ext uri="{FF2B5EF4-FFF2-40B4-BE49-F238E27FC236}">
                <a16:creationId xmlns:a16="http://schemas.microsoft.com/office/drawing/2014/main" id="{E79A438A-9672-2369-F80D-6BF313DA5FD3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350832" y="2745778"/>
            <a:ext cx="304800" cy="381000"/>
          </a:xfrm>
          <a:prstGeom prst="rect">
            <a:avLst/>
          </a:prstGeom>
        </p:spPr>
      </p:pic>
      <p:pic>
        <p:nvPicPr>
          <p:cNvPr id="18" name="Image 17" descr="preencoded.png">
            <a:extLst>
              <a:ext uri="{FF2B5EF4-FFF2-40B4-BE49-F238E27FC236}">
                <a16:creationId xmlns:a16="http://schemas.microsoft.com/office/drawing/2014/main" id="{4FB31A27-C2BF-1D61-7A33-67C2A7E65DDC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265232" y="2476500"/>
            <a:ext cx="952500" cy="952500"/>
          </a:xfrm>
          <a:prstGeom prst="rect">
            <a:avLst/>
          </a:prstGeom>
        </p:spPr>
      </p:pic>
      <p:pic>
        <p:nvPicPr>
          <p:cNvPr id="19" name="Image 18" descr="preencoded.png">
            <a:extLst>
              <a:ext uri="{FF2B5EF4-FFF2-40B4-BE49-F238E27FC236}">
                <a16:creationId xmlns:a16="http://schemas.microsoft.com/office/drawing/2014/main" id="{7C84C5F8-C4D3-CF42-9F3E-4F87ECB2204B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570032" y="2762250"/>
            <a:ext cx="342900" cy="381000"/>
          </a:xfrm>
          <a:prstGeom prst="rect">
            <a:avLst/>
          </a:prstGeom>
        </p:spPr>
      </p:pic>
      <p:pic>
        <p:nvPicPr>
          <p:cNvPr id="23" name="Imagen 22">
            <a:extLst>
              <a:ext uri="{FF2B5EF4-FFF2-40B4-BE49-F238E27FC236}">
                <a16:creationId xmlns:a16="http://schemas.microsoft.com/office/drawing/2014/main" id="{D78FA55E-201F-8042-64D2-073B6262EF84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029698" y="2624518"/>
            <a:ext cx="575840" cy="575840"/>
          </a:xfrm>
          <a:prstGeom prst="rect">
            <a:avLst/>
          </a:prstGeom>
        </p:spPr>
      </p:pic>
      <p:pic>
        <p:nvPicPr>
          <p:cNvPr id="33" name="Imagen 32">
            <a:extLst>
              <a:ext uri="{FF2B5EF4-FFF2-40B4-BE49-F238E27FC236}">
                <a16:creationId xmlns:a16="http://schemas.microsoft.com/office/drawing/2014/main" id="{02F69260-8A49-EB6E-5984-B6D8626ACC7F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883247" y="4743450"/>
            <a:ext cx="2284828" cy="2284828"/>
          </a:xfrm>
          <a:prstGeom prst="rect">
            <a:avLst/>
          </a:prstGeom>
        </p:spPr>
      </p:pic>
      <p:cxnSp>
        <p:nvCxnSpPr>
          <p:cNvPr id="35" name="Conector recto 34">
            <a:extLst>
              <a:ext uri="{FF2B5EF4-FFF2-40B4-BE49-F238E27FC236}">
                <a16:creationId xmlns:a16="http://schemas.microsoft.com/office/drawing/2014/main" id="{88E0E321-D275-19BE-8517-5F38982BDF5C}"/>
              </a:ext>
            </a:extLst>
          </p:cNvPr>
          <p:cNvCxnSpPr>
            <a:cxnSpLocks/>
            <a:stCxn id="4" idx="2"/>
            <a:endCxn id="33" idx="0"/>
          </p:cNvCxnSpPr>
          <p:nvPr/>
        </p:nvCxnSpPr>
        <p:spPr>
          <a:xfrm>
            <a:off x="2311982" y="3412528"/>
            <a:ext cx="3713679" cy="1330922"/>
          </a:xfrm>
          <a:prstGeom prst="line">
            <a:avLst/>
          </a:prstGeom>
          <a:ln w="28575" cmpd="sng">
            <a:gradFill>
              <a:gsLst>
                <a:gs pos="0">
                  <a:schemeClr val="bg2">
                    <a:lumMod val="20000"/>
                    <a:lumOff val="80000"/>
                  </a:schemeClr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1"/>
            </a:gradFill>
            <a:miter lim="800000"/>
            <a:tailEnd type="oval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7" name="Conector recto 36">
            <a:extLst>
              <a:ext uri="{FF2B5EF4-FFF2-40B4-BE49-F238E27FC236}">
                <a16:creationId xmlns:a16="http://schemas.microsoft.com/office/drawing/2014/main" id="{01C02297-04E6-FCAF-C114-4B534727B486}"/>
              </a:ext>
            </a:extLst>
          </p:cNvPr>
          <p:cNvCxnSpPr>
            <a:cxnSpLocks/>
            <a:stCxn id="6" idx="2"/>
            <a:endCxn id="33" idx="0"/>
          </p:cNvCxnSpPr>
          <p:nvPr/>
        </p:nvCxnSpPr>
        <p:spPr>
          <a:xfrm>
            <a:off x="3550232" y="3412528"/>
            <a:ext cx="2475429" cy="1330922"/>
          </a:xfrm>
          <a:prstGeom prst="line">
            <a:avLst/>
          </a:prstGeom>
          <a:ln w="28575" cmpd="sng">
            <a:gradFill>
              <a:gsLst>
                <a:gs pos="0">
                  <a:schemeClr val="bg2">
                    <a:lumMod val="20000"/>
                    <a:lumOff val="80000"/>
                  </a:schemeClr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1"/>
            </a:gradFill>
            <a:miter lim="800000"/>
            <a:tailEnd type="oval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9" name="Conector recto 38">
            <a:extLst>
              <a:ext uri="{FF2B5EF4-FFF2-40B4-BE49-F238E27FC236}">
                <a16:creationId xmlns:a16="http://schemas.microsoft.com/office/drawing/2014/main" id="{5A3060B0-5400-DC3B-83AA-7594E18CADB6}"/>
              </a:ext>
            </a:extLst>
          </p:cNvPr>
          <p:cNvCxnSpPr>
            <a:cxnSpLocks/>
            <a:stCxn id="8" idx="2"/>
            <a:endCxn id="33" idx="0"/>
          </p:cNvCxnSpPr>
          <p:nvPr/>
        </p:nvCxnSpPr>
        <p:spPr>
          <a:xfrm>
            <a:off x="4788482" y="3412528"/>
            <a:ext cx="1237179" cy="1330922"/>
          </a:xfrm>
          <a:prstGeom prst="line">
            <a:avLst/>
          </a:prstGeom>
          <a:ln w="28575" cmpd="sng">
            <a:gradFill>
              <a:gsLst>
                <a:gs pos="0">
                  <a:schemeClr val="bg2">
                    <a:lumMod val="20000"/>
                    <a:lumOff val="80000"/>
                  </a:schemeClr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1"/>
            </a:gradFill>
            <a:miter lim="800000"/>
            <a:tailEnd type="oval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0" name="Conector recto 39">
            <a:extLst>
              <a:ext uri="{FF2B5EF4-FFF2-40B4-BE49-F238E27FC236}">
                <a16:creationId xmlns:a16="http://schemas.microsoft.com/office/drawing/2014/main" id="{0051924A-5A33-A3DA-EFDC-C94782EA2034}"/>
              </a:ext>
            </a:extLst>
          </p:cNvPr>
          <p:cNvCxnSpPr>
            <a:cxnSpLocks/>
            <a:stCxn id="10" idx="2"/>
            <a:endCxn id="33" idx="0"/>
          </p:cNvCxnSpPr>
          <p:nvPr/>
        </p:nvCxnSpPr>
        <p:spPr>
          <a:xfrm flipH="1">
            <a:off x="6025661" y="3412528"/>
            <a:ext cx="1071" cy="1330922"/>
          </a:xfrm>
          <a:prstGeom prst="line">
            <a:avLst/>
          </a:prstGeom>
          <a:ln w="28575" cmpd="sng">
            <a:gradFill>
              <a:gsLst>
                <a:gs pos="0">
                  <a:schemeClr val="bg2">
                    <a:lumMod val="20000"/>
                    <a:lumOff val="80000"/>
                  </a:schemeClr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1"/>
            </a:gradFill>
            <a:miter lim="800000"/>
            <a:tailEnd type="oval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3" name="Conector recto 42">
            <a:extLst>
              <a:ext uri="{FF2B5EF4-FFF2-40B4-BE49-F238E27FC236}">
                <a16:creationId xmlns:a16="http://schemas.microsoft.com/office/drawing/2014/main" id="{44711109-2863-00C0-B0A5-34CCB27FF3E0}"/>
              </a:ext>
            </a:extLst>
          </p:cNvPr>
          <p:cNvCxnSpPr>
            <a:cxnSpLocks/>
            <a:stCxn id="12" idx="2"/>
            <a:endCxn id="33" idx="0"/>
          </p:cNvCxnSpPr>
          <p:nvPr/>
        </p:nvCxnSpPr>
        <p:spPr>
          <a:xfrm flipH="1">
            <a:off x="6025661" y="3412528"/>
            <a:ext cx="1239321" cy="1330922"/>
          </a:xfrm>
          <a:prstGeom prst="line">
            <a:avLst/>
          </a:prstGeom>
          <a:ln w="28575" cmpd="sng">
            <a:gradFill>
              <a:gsLst>
                <a:gs pos="0">
                  <a:schemeClr val="bg2">
                    <a:lumMod val="20000"/>
                    <a:lumOff val="80000"/>
                  </a:schemeClr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1"/>
            </a:gradFill>
            <a:miter lim="800000"/>
            <a:tailEnd type="oval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4" name="Conector recto 43">
            <a:extLst>
              <a:ext uri="{FF2B5EF4-FFF2-40B4-BE49-F238E27FC236}">
                <a16:creationId xmlns:a16="http://schemas.microsoft.com/office/drawing/2014/main" id="{6EE6693B-D41F-F0C2-283A-4B37BDB00CE7}"/>
              </a:ext>
            </a:extLst>
          </p:cNvPr>
          <p:cNvCxnSpPr>
            <a:cxnSpLocks/>
            <a:stCxn id="14" idx="2"/>
            <a:endCxn id="33" idx="0"/>
          </p:cNvCxnSpPr>
          <p:nvPr/>
        </p:nvCxnSpPr>
        <p:spPr>
          <a:xfrm flipH="1">
            <a:off x="6025661" y="3412528"/>
            <a:ext cx="2477571" cy="1330922"/>
          </a:xfrm>
          <a:prstGeom prst="line">
            <a:avLst/>
          </a:prstGeom>
          <a:ln w="28575" cmpd="sng">
            <a:gradFill>
              <a:gsLst>
                <a:gs pos="0">
                  <a:schemeClr val="bg2">
                    <a:lumMod val="20000"/>
                    <a:lumOff val="80000"/>
                  </a:schemeClr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1"/>
            </a:gradFill>
            <a:miter lim="800000"/>
            <a:tailEnd type="oval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5" name="Conector recto 44">
            <a:extLst>
              <a:ext uri="{FF2B5EF4-FFF2-40B4-BE49-F238E27FC236}">
                <a16:creationId xmlns:a16="http://schemas.microsoft.com/office/drawing/2014/main" id="{377A194E-ED1E-B4C0-34B8-90BB5B6235B4}"/>
              </a:ext>
            </a:extLst>
          </p:cNvPr>
          <p:cNvCxnSpPr>
            <a:cxnSpLocks/>
            <a:stCxn id="18" idx="2"/>
            <a:endCxn id="33" idx="0"/>
          </p:cNvCxnSpPr>
          <p:nvPr/>
        </p:nvCxnSpPr>
        <p:spPr>
          <a:xfrm flipH="1">
            <a:off x="6025661" y="3429000"/>
            <a:ext cx="3715821" cy="1314450"/>
          </a:xfrm>
          <a:prstGeom prst="line">
            <a:avLst/>
          </a:prstGeom>
          <a:ln w="28575" cmpd="sng">
            <a:gradFill>
              <a:gsLst>
                <a:gs pos="0">
                  <a:schemeClr val="bg2">
                    <a:lumMod val="20000"/>
                    <a:lumOff val="80000"/>
                  </a:schemeClr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1"/>
            </a:gradFill>
            <a:miter lim="800000"/>
            <a:tailEnd type="oval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3" name="CuadroTexto 72">
            <a:extLst>
              <a:ext uri="{FF2B5EF4-FFF2-40B4-BE49-F238E27FC236}">
                <a16:creationId xmlns:a16="http://schemas.microsoft.com/office/drawing/2014/main" id="{49DB332B-B1D4-3C62-4CE6-78B1B2D41E44}"/>
              </a:ext>
            </a:extLst>
          </p:cNvPr>
          <p:cNvSpPr txBox="1"/>
          <p:nvPr/>
        </p:nvSpPr>
        <p:spPr>
          <a:xfrm>
            <a:off x="5706590" y="5411024"/>
            <a:ext cx="65434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4400" noProof="0" dirty="0"/>
              <a:t>IA</a:t>
            </a:r>
          </a:p>
        </p:txBody>
      </p:sp>
    </p:spTree>
    <p:extLst>
      <p:ext uri="{BB962C8B-B14F-4D97-AF65-F5344CB8AC3E}">
        <p14:creationId xmlns:p14="http://schemas.microsoft.com/office/powerpoint/2010/main" val="26287824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Image 5" descr="preencoded.png">
            <a:extLst>
              <a:ext uri="{FF2B5EF4-FFF2-40B4-BE49-F238E27FC236}">
                <a16:creationId xmlns:a16="http://schemas.microsoft.com/office/drawing/2014/main" id="{F32058C6-5346-5B7E-F0E3-04B6493217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4729" y="2954581"/>
            <a:ext cx="1782092" cy="1237564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924B6514-960C-0816-184F-4B73C6CAE6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5199" y="146630"/>
            <a:ext cx="8861601" cy="710645"/>
          </a:xfrm>
        </p:spPr>
        <p:txBody>
          <a:bodyPr>
            <a:normAutofit/>
          </a:bodyPr>
          <a:lstStyle/>
          <a:p>
            <a:pPr algn="ctr"/>
            <a:r>
              <a:rPr lang="es-CL" b="1" noProof="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Smart - </a:t>
            </a:r>
            <a:r>
              <a:rPr lang="es-CL" b="1" noProof="0" dirty="0" err="1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swim</a:t>
            </a:r>
            <a:endParaRPr lang="es-CL" noProof="0" dirty="0"/>
          </a:p>
        </p:txBody>
      </p:sp>
      <p:pic>
        <p:nvPicPr>
          <p:cNvPr id="7" name="Image 3" descr="preencoded.png">
            <a:extLst>
              <a:ext uri="{FF2B5EF4-FFF2-40B4-BE49-F238E27FC236}">
                <a16:creationId xmlns:a16="http://schemas.microsoft.com/office/drawing/2014/main" id="{1ED80162-0B13-E326-3E71-02A5A118AD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181" y="120831"/>
            <a:ext cx="1098370" cy="1098370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C23C47B9-20C5-1EA2-944D-1296F653A19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472" r="4640"/>
          <a:stretch>
            <a:fillRect/>
          </a:stretch>
        </p:blipFill>
        <p:spPr>
          <a:xfrm>
            <a:off x="436203" y="18930"/>
            <a:ext cx="976326" cy="1098370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1E4631F8-59DE-48F4-AEB6-6908A2D7B78F}"/>
              </a:ext>
            </a:extLst>
          </p:cNvPr>
          <p:cNvSpPr txBox="1"/>
          <p:nvPr/>
        </p:nvSpPr>
        <p:spPr>
          <a:xfrm>
            <a:off x="1970958" y="985030"/>
            <a:ext cx="88616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noProof="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Nuestra primera rama, el proyecto piloto que demuestra el potencial de nuestra plataforma.</a:t>
            </a:r>
            <a:endParaRPr lang="es-CL" noProof="0" dirty="0"/>
          </a:p>
        </p:txBody>
      </p:sp>
      <p:pic>
        <p:nvPicPr>
          <p:cNvPr id="13" name="Image 3" descr="preencoded.png">
            <a:extLst>
              <a:ext uri="{FF2B5EF4-FFF2-40B4-BE49-F238E27FC236}">
                <a16:creationId xmlns:a16="http://schemas.microsoft.com/office/drawing/2014/main" id="{7942AF58-149E-3ABA-0673-2D3DA125AE8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79692" y="3119293"/>
            <a:ext cx="304800" cy="381000"/>
          </a:xfrm>
          <a:prstGeom prst="rect">
            <a:avLst/>
          </a:prstGeom>
        </p:spPr>
      </p:pic>
      <p:pic>
        <p:nvPicPr>
          <p:cNvPr id="14" name="Image 4" descr="preencoded.png">
            <a:extLst>
              <a:ext uri="{FF2B5EF4-FFF2-40B4-BE49-F238E27FC236}">
                <a16:creationId xmlns:a16="http://schemas.microsoft.com/office/drawing/2014/main" id="{27D14025-20EA-A60F-8452-4AEEAAA1A8C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08095" y="3445798"/>
            <a:ext cx="200025" cy="228600"/>
          </a:xfrm>
          <a:prstGeom prst="rect">
            <a:avLst/>
          </a:prstGeom>
        </p:spPr>
      </p:pic>
      <p:pic>
        <p:nvPicPr>
          <p:cNvPr id="15" name="Image 5" descr="preencoded.png">
            <a:extLst>
              <a:ext uri="{FF2B5EF4-FFF2-40B4-BE49-F238E27FC236}">
                <a16:creationId xmlns:a16="http://schemas.microsoft.com/office/drawing/2014/main" id="{F03FA01C-EA91-7B6E-03CF-87DAD9CC78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9394" y="2954581"/>
            <a:ext cx="1782092" cy="1237564"/>
          </a:xfrm>
          <a:prstGeom prst="rect">
            <a:avLst/>
          </a:prstGeom>
        </p:spPr>
      </p:pic>
      <p:pic>
        <p:nvPicPr>
          <p:cNvPr id="16" name="Image 6" descr="preencoded.png">
            <a:extLst>
              <a:ext uri="{FF2B5EF4-FFF2-40B4-BE49-F238E27FC236}">
                <a16:creationId xmlns:a16="http://schemas.microsoft.com/office/drawing/2014/main" id="{47DE8CA7-3760-C034-6DD5-295E9BDC82D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18990" y="3102898"/>
            <a:ext cx="342900" cy="381000"/>
          </a:xfrm>
          <a:prstGeom prst="rect">
            <a:avLst/>
          </a:prstGeom>
        </p:spPr>
      </p:pic>
      <p:pic>
        <p:nvPicPr>
          <p:cNvPr id="17" name="Image 7" descr="preencoded.png">
            <a:extLst>
              <a:ext uri="{FF2B5EF4-FFF2-40B4-BE49-F238E27FC236}">
                <a16:creationId xmlns:a16="http://schemas.microsoft.com/office/drawing/2014/main" id="{9C520033-43A1-53B8-3271-EBE329E873B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72760" y="3463500"/>
            <a:ext cx="200025" cy="228600"/>
          </a:xfrm>
          <a:prstGeom prst="rect">
            <a:avLst/>
          </a:prstGeom>
        </p:spPr>
      </p:pic>
      <p:pic>
        <p:nvPicPr>
          <p:cNvPr id="18" name="Image 8" descr="preencoded.png">
            <a:extLst>
              <a:ext uri="{FF2B5EF4-FFF2-40B4-BE49-F238E27FC236}">
                <a16:creationId xmlns:a16="http://schemas.microsoft.com/office/drawing/2014/main" id="{6BDC5D51-4CB1-A26C-FFC4-9AF2581C3A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4059" y="2966977"/>
            <a:ext cx="1782092" cy="1237564"/>
          </a:xfrm>
          <a:prstGeom prst="rect">
            <a:avLst/>
          </a:prstGeom>
        </p:spPr>
      </p:pic>
      <p:pic>
        <p:nvPicPr>
          <p:cNvPr id="19" name="Image 9" descr="preencoded.png">
            <a:extLst>
              <a:ext uri="{FF2B5EF4-FFF2-40B4-BE49-F238E27FC236}">
                <a16:creationId xmlns:a16="http://schemas.microsoft.com/office/drawing/2014/main" id="{A53B0CFE-FB25-6195-2B9D-D1AA9994516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26517" y="3124819"/>
            <a:ext cx="257175" cy="381000"/>
          </a:xfrm>
          <a:prstGeom prst="rect">
            <a:avLst/>
          </a:prstGeom>
        </p:spPr>
      </p:pic>
      <p:sp>
        <p:nvSpPr>
          <p:cNvPr id="20" name="Text 1">
            <a:extLst>
              <a:ext uri="{FF2B5EF4-FFF2-40B4-BE49-F238E27FC236}">
                <a16:creationId xmlns:a16="http://schemas.microsoft.com/office/drawing/2014/main" id="{659F5E26-785D-27F1-94A9-B4324C4A83EC}"/>
              </a:ext>
            </a:extLst>
          </p:cNvPr>
          <p:cNvSpPr/>
          <p:nvPr/>
        </p:nvSpPr>
        <p:spPr>
          <a:xfrm>
            <a:off x="2924187" y="3585759"/>
            <a:ext cx="1622142" cy="2560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2100"/>
              </a:lnSpc>
              <a:buNone/>
            </a:pPr>
            <a:r>
              <a:rPr lang="es-CL" sz="1600" b="1" noProof="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Datos del Usuario</a:t>
            </a:r>
            <a:endParaRPr lang="es-CL" sz="1600" noProof="0" dirty="0"/>
          </a:p>
        </p:txBody>
      </p:sp>
      <p:sp>
        <p:nvSpPr>
          <p:cNvPr id="26" name="Text 7">
            <a:extLst>
              <a:ext uri="{FF2B5EF4-FFF2-40B4-BE49-F238E27FC236}">
                <a16:creationId xmlns:a16="http://schemas.microsoft.com/office/drawing/2014/main" id="{6D00F149-4A8C-5954-1DEB-E515017B4E1F}"/>
              </a:ext>
            </a:extLst>
          </p:cNvPr>
          <p:cNvSpPr/>
          <p:nvPr/>
        </p:nvSpPr>
        <p:spPr>
          <a:xfrm>
            <a:off x="5337625" y="3564752"/>
            <a:ext cx="1540412" cy="2560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2100"/>
              </a:lnSpc>
              <a:buNone/>
            </a:pPr>
            <a:r>
              <a:rPr lang="es-CL" sz="1600" b="1" noProof="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Procesamiento IA</a:t>
            </a:r>
            <a:endParaRPr lang="es-CL" sz="1600" noProof="0" dirty="0"/>
          </a:p>
        </p:txBody>
      </p:sp>
      <p:sp>
        <p:nvSpPr>
          <p:cNvPr id="31" name="Text 12">
            <a:extLst>
              <a:ext uri="{FF2B5EF4-FFF2-40B4-BE49-F238E27FC236}">
                <a16:creationId xmlns:a16="http://schemas.microsoft.com/office/drawing/2014/main" id="{256FEAB6-1EB3-DFF1-DF47-AB584C4D3DAB}"/>
              </a:ext>
            </a:extLst>
          </p:cNvPr>
          <p:cNvSpPr/>
          <p:nvPr/>
        </p:nvSpPr>
        <p:spPr>
          <a:xfrm>
            <a:off x="7639424" y="3572494"/>
            <a:ext cx="1638886" cy="2560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2100"/>
              </a:lnSpc>
              <a:buNone/>
            </a:pPr>
            <a:r>
              <a:rPr lang="es-CL" sz="1600" b="1" noProof="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Plan Personalizado</a:t>
            </a:r>
            <a:endParaRPr lang="es-CL" sz="1600" noProof="0" dirty="0"/>
          </a:p>
        </p:txBody>
      </p:sp>
      <p:pic>
        <p:nvPicPr>
          <p:cNvPr id="37" name="Image 10" descr="preencoded.png">
            <a:extLst>
              <a:ext uri="{FF2B5EF4-FFF2-40B4-BE49-F238E27FC236}">
                <a16:creationId xmlns:a16="http://schemas.microsoft.com/office/drawing/2014/main" id="{E78139D0-7CF0-CE1A-1813-48A3044432D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9871" y="4837125"/>
            <a:ext cx="3555950" cy="1219200"/>
          </a:xfrm>
          <a:prstGeom prst="rect">
            <a:avLst/>
          </a:prstGeom>
        </p:spPr>
      </p:pic>
      <p:pic>
        <p:nvPicPr>
          <p:cNvPr id="38" name="Image 11" descr="preencoded.png">
            <a:extLst>
              <a:ext uri="{FF2B5EF4-FFF2-40B4-BE49-F238E27FC236}">
                <a16:creationId xmlns:a16="http://schemas.microsoft.com/office/drawing/2014/main" id="{18301DE4-E2C4-66CD-B9CC-7A8ACCEF2BA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285201" y="4967925"/>
            <a:ext cx="598500" cy="478800"/>
          </a:xfrm>
          <a:prstGeom prst="rect">
            <a:avLst/>
          </a:prstGeom>
        </p:spPr>
      </p:pic>
      <p:pic>
        <p:nvPicPr>
          <p:cNvPr id="39" name="Image 12" descr="preencoded.png">
            <a:extLst>
              <a:ext uri="{FF2B5EF4-FFF2-40B4-BE49-F238E27FC236}">
                <a16:creationId xmlns:a16="http://schemas.microsoft.com/office/drawing/2014/main" id="{3D34D6FB-D90E-CBFD-A672-96BF9344EB8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388221" y="4837125"/>
            <a:ext cx="3555950" cy="1219200"/>
          </a:xfrm>
          <a:prstGeom prst="rect">
            <a:avLst/>
          </a:prstGeom>
        </p:spPr>
      </p:pic>
      <p:pic>
        <p:nvPicPr>
          <p:cNvPr id="40" name="Image 13" descr="preencoded.png">
            <a:extLst>
              <a:ext uri="{FF2B5EF4-FFF2-40B4-BE49-F238E27FC236}">
                <a16:creationId xmlns:a16="http://schemas.microsoft.com/office/drawing/2014/main" id="{363299A9-2581-8957-852E-F4E5C2E39CA5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857553" y="4876072"/>
            <a:ext cx="478800" cy="478800"/>
          </a:xfrm>
          <a:prstGeom prst="rect">
            <a:avLst/>
          </a:prstGeom>
        </p:spPr>
      </p:pic>
      <p:pic>
        <p:nvPicPr>
          <p:cNvPr id="41" name="Image 14" descr="preencoded.png">
            <a:extLst>
              <a:ext uri="{FF2B5EF4-FFF2-40B4-BE49-F238E27FC236}">
                <a16:creationId xmlns:a16="http://schemas.microsoft.com/office/drawing/2014/main" id="{607FF8BE-6FEF-D654-3C9C-24405FE53A1E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96572" y="4837125"/>
            <a:ext cx="3555950" cy="1219200"/>
          </a:xfrm>
          <a:prstGeom prst="rect">
            <a:avLst/>
          </a:prstGeom>
        </p:spPr>
      </p:pic>
      <p:pic>
        <p:nvPicPr>
          <p:cNvPr id="42" name="Image 15" descr="preencoded.png">
            <a:extLst>
              <a:ext uri="{FF2B5EF4-FFF2-40B4-BE49-F238E27FC236}">
                <a16:creationId xmlns:a16="http://schemas.microsoft.com/office/drawing/2014/main" id="{4C386A12-768B-B896-8890-8F0A7CEFEA88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643957" y="4981614"/>
            <a:ext cx="479000" cy="479000"/>
          </a:xfrm>
          <a:prstGeom prst="rect">
            <a:avLst/>
          </a:prstGeom>
        </p:spPr>
      </p:pic>
      <p:sp>
        <p:nvSpPr>
          <p:cNvPr id="43" name="Text 18">
            <a:extLst>
              <a:ext uri="{FF2B5EF4-FFF2-40B4-BE49-F238E27FC236}">
                <a16:creationId xmlns:a16="http://schemas.microsoft.com/office/drawing/2014/main" id="{0468F31C-8679-0CC0-EDF3-696BC9DA3EF8}"/>
              </a:ext>
            </a:extLst>
          </p:cNvPr>
          <p:cNvSpPr/>
          <p:nvPr/>
        </p:nvSpPr>
        <p:spPr>
          <a:xfrm>
            <a:off x="966887" y="5599004"/>
            <a:ext cx="2931026" cy="2696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2100"/>
              </a:lnSpc>
              <a:buNone/>
            </a:pPr>
            <a:r>
              <a:rPr lang="es-CL" sz="2000" b="1" noProof="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Ajuste Automático</a:t>
            </a:r>
            <a:endParaRPr lang="es-CL" sz="2000" noProof="0" dirty="0"/>
          </a:p>
        </p:txBody>
      </p:sp>
      <p:sp>
        <p:nvSpPr>
          <p:cNvPr id="45" name="Text 20">
            <a:extLst>
              <a:ext uri="{FF2B5EF4-FFF2-40B4-BE49-F238E27FC236}">
                <a16:creationId xmlns:a16="http://schemas.microsoft.com/office/drawing/2014/main" id="{43348109-0468-E135-E75E-B860CC9E28B0}"/>
              </a:ext>
            </a:extLst>
          </p:cNvPr>
          <p:cNvSpPr/>
          <p:nvPr/>
        </p:nvSpPr>
        <p:spPr>
          <a:xfrm>
            <a:off x="4616821" y="5388039"/>
            <a:ext cx="3098750" cy="5389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s-CL" sz="2000" b="1" noProof="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</a:rPr>
              <a:t>Prevención de Sobre entrenamiento</a:t>
            </a:r>
          </a:p>
        </p:txBody>
      </p:sp>
      <p:sp>
        <p:nvSpPr>
          <p:cNvPr id="47" name="Text 22">
            <a:extLst>
              <a:ext uri="{FF2B5EF4-FFF2-40B4-BE49-F238E27FC236}">
                <a16:creationId xmlns:a16="http://schemas.microsoft.com/office/drawing/2014/main" id="{847C5BAC-F751-09C8-3098-0C510F03255B}"/>
              </a:ext>
            </a:extLst>
          </p:cNvPr>
          <p:cNvSpPr/>
          <p:nvPr/>
        </p:nvSpPr>
        <p:spPr>
          <a:xfrm>
            <a:off x="8439472" y="5558874"/>
            <a:ext cx="3072657" cy="269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s-CL" sz="2000" b="1" noProof="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</a:rPr>
              <a:t>Mejora Continua</a:t>
            </a:r>
          </a:p>
        </p:txBody>
      </p:sp>
      <p:pic>
        <p:nvPicPr>
          <p:cNvPr id="89" name="Image 4" descr="preencoded.png">
            <a:extLst>
              <a:ext uri="{FF2B5EF4-FFF2-40B4-BE49-F238E27FC236}">
                <a16:creationId xmlns:a16="http://schemas.microsoft.com/office/drawing/2014/main" id="{B7765C71-CF9C-DDE7-2862-CFDC0026CA10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392606" y="1614238"/>
            <a:ext cx="2968993" cy="710645"/>
          </a:xfrm>
          <a:prstGeom prst="rect">
            <a:avLst/>
          </a:prstGeom>
        </p:spPr>
      </p:pic>
      <p:pic>
        <p:nvPicPr>
          <p:cNvPr id="91" name="Image 6" descr="preencoded.png">
            <a:extLst>
              <a:ext uri="{FF2B5EF4-FFF2-40B4-BE49-F238E27FC236}">
                <a16:creationId xmlns:a16="http://schemas.microsoft.com/office/drawing/2014/main" id="{D446DFC8-5AFF-5673-F6E4-24AEA14D82FC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549066" y="1611353"/>
            <a:ext cx="2968993" cy="710645"/>
          </a:xfrm>
          <a:prstGeom prst="rect">
            <a:avLst/>
          </a:prstGeom>
        </p:spPr>
      </p:pic>
      <p:pic>
        <p:nvPicPr>
          <p:cNvPr id="92" name="Image 7" descr="preencoded.png">
            <a:extLst>
              <a:ext uri="{FF2B5EF4-FFF2-40B4-BE49-F238E27FC236}">
                <a16:creationId xmlns:a16="http://schemas.microsoft.com/office/drawing/2014/main" id="{139E6980-50FE-B320-468A-0AFB43413B57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701466" y="1801853"/>
            <a:ext cx="247650" cy="342900"/>
          </a:xfrm>
          <a:prstGeom prst="rect">
            <a:avLst/>
          </a:prstGeom>
        </p:spPr>
      </p:pic>
      <p:pic>
        <p:nvPicPr>
          <p:cNvPr id="93" name="Image 8" descr="preencoded.png">
            <a:extLst>
              <a:ext uri="{FF2B5EF4-FFF2-40B4-BE49-F238E27FC236}">
                <a16:creationId xmlns:a16="http://schemas.microsoft.com/office/drawing/2014/main" id="{A21AD713-47FE-48FF-A528-39FC61733EE8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670459" y="1624753"/>
            <a:ext cx="2968993" cy="710645"/>
          </a:xfrm>
          <a:prstGeom prst="rect">
            <a:avLst/>
          </a:prstGeom>
        </p:spPr>
      </p:pic>
      <p:pic>
        <p:nvPicPr>
          <p:cNvPr id="94" name="Image 9" descr="preencoded.png">
            <a:extLst>
              <a:ext uri="{FF2B5EF4-FFF2-40B4-BE49-F238E27FC236}">
                <a16:creationId xmlns:a16="http://schemas.microsoft.com/office/drawing/2014/main" id="{91631535-CE42-AD5F-AAAA-4AA46671E3B1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822859" y="1815253"/>
            <a:ext cx="285750" cy="342900"/>
          </a:xfrm>
          <a:prstGeom prst="rect">
            <a:avLst/>
          </a:prstGeom>
        </p:spPr>
      </p:pic>
      <p:sp>
        <p:nvSpPr>
          <p:cNvPr id="95" name="Text 2">
            <a:extLst>
              <a:ext uri="{FF2B5EF4-FFF2-40B4-BE49-F238E27FC236}">
                <a16:creationId xmlns:a16="http://schemas.microsoft.com/office/drawing/2014/main" id="{7D1B4BB7-837F-658E-9757-2BD53D2A46AA}"/>
              </a:ext>
            </a:extLst>
          </p:cNvPr>
          <p:cNvSpPr/>
          <p:nvPr/>
        </p:nvSpPr>
        <p:spPr>
          <a:xfrm>
            <a:off x="2044918" y="1679002"/>
            <a:ext cx="2214564" cy="525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2100"/>
              </a:lnSpc>
              <a:buNone/>
            </a:pPr>
            <a:r>
              <a:rPr lang="es-CL" sz="1600" b="1" noProof="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Especialización en Natación</a:t>
            </a:r>
            <a:endParaRPr lang="es-CL" sz="1600" noProof="0" dirty="0"/>
          </a:p>
        </p:txBody>
      </p:sp>
      <p:sp>
        <p:nvSpPr>
          <p:cNvPr id="97" name="Text 4">
            <a:extLst>
              <a:ext uri="{FF2B5EF4-FFF2-40B4-BE49-F238E27FC236}">
                <a16:creationId xmlns:a16="http://schemas.microsoft.com/office/drawing/2014/main" id="{EDE8B3E1-31D4-31FF-63A9-5D23D3A2A4D5}"/>
              </a:ext>
            </a:extLst>
          </p:cNvPr>
          <p:cNvSpPr/>
          <p:nvPr/>
        </p:nvSpPr>
        <p:spPr>
          <a:xfrm>
            <a:off x="5101517" y="1763753"/>
            <a:ext cx="2252912" cy="2560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2100"/>
              </a:lnSpc>
              <a:buNone/>
            </a:pPr>
            <a:r>
              <a:rPr lang="es-CL" sz="1600" b="1" noProof="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Validación del Concepto</a:t>
            </a:r>
            <a:endParaRPr lang="es-CL" sz="1600" noProof="0" dirty="0"/>
          </a:p>
        </p:txBody>
      </p:sp>
      <p:sp>
        <p:nvSpPr>
          <p:cNvPr id="99" name="Text 6">
            <a:extLst>
              <a:ext uri="{FF2B5EF4-FFF2-40B4-BE49-F238E27FC236}">
                <a16:creationId xmlns:a16="http://schemas.microsoft.com/office/drawing/2014/main" id="{587B57C9-E262-B368-6B07-3D6985C89747}"/>
              </a:ext>
            </a:extLst>
          </p:cNvPr>
          <p:cNvSpPr/>
          <p:nvPr/>
        </p:nvSpPr>
        <p:spPr>
          <a:xfrm>
            <a:off x="8261010" y="1777153"/>
            <a:ext cx="2233738" cy="2560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2100"/>
              </a:lnSpc>
              <a:buNone/>
            </a:pPr>
            <a:r>
              <a:rPr lang="es-CL" sz="1600" b="1" noProof="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Base para Expansión</a:t>
            </a:r>
            <a:endParaRPr lang="es-CL" sz="1600" noProof="0" dirty="0"/>
          </a:p>
        </p:txBody>
      </p:sp>
      <p:pic>
        <p:nvPicPr>
          <p:cNvPr id="101" name="Imagen 100">
            <a:extLst>
              <a:ext uri="{FF2B5EF4-FFF2-40B4-BE49-F238E27FC236}">
                <a16:creationId xmlns:a16="http://schemas.microsoft.com/office/drawing/2014/main" id="{2F84D32B-B9AF-ACFE-7DAB-938FB7DD24E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472" r="4640"/>
          <a:stretch>
            <a:fillRect/>
          </a:stretch>
        </p:blipFill>
        <p:spPr>
          <a:xfrm>
            <a:off x="1450623" y="1665391"/>
            <a:ext cx="520335" cy="585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78465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117F0C1-BCBB-40C7-99D6-F703E7A4B5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1A5D8BC-B41A-4E96-91C4-D60F516225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D321D5F-FA18-4271-9EAA-0BEA14116B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902B4A4E-170C-5B7B-F8FD-47D3DB752C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8090" y="1828801"/>
            <a:ext cx="2989007" cy="1927122"/>
          </a:xfrm>
        </p:spPr>
        <p:txBody>
          <a:bodyPr>
            <a:normAutofit/>
          </a:bodyPr>
          <a:lstStyle/>
          <a:p>
            <a:r>
              <a:rPr lang="es-CL" sz="44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</a:rPr>
              <a:t>Análisis </a:t>
            </a:r>
            <a:r>
              <a:rPr lang="es-CL" sz="4400" b="1" dirty="0" err="1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</a:rPr>
              <a:t>foda</a:t>
            </a:r>
            <a:endParaRPr lang="es-CL" sz="4400" b="1" dirty="0">
              <a:solidFill>
                <a:srgbClr val="FFFFFF"/>
              </a:solidFill>
            </a:endParaRPr>
          </a:p>
        </p:txBody>
      </p:sp>
      <p:sp useBgFill="1">
        <p:nvSpPr>
          <p:cNvPr id="15" name="Freeform: Shape 14">
            <a:extLst>
              <a:ext uri="{FF2B5EF4-FFF2-40B4-BE49-F238E27FC236}">
                <a16:creationId xmlns:a16="http://schemas.microsoft.com/office/drawing/2014/main" id="{51287385-D3EA-47A8-A127-6061791ADB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4422108" y="0"/>
            <a:ext cx="7769892" cy="6858000"/>
          </a:xfrm>
          <a:custGeom>
            <a:avLst/>
            <a:gdLst>
              <a:gd name="connsiteX0" fmla="*/ 1779516 w 7769892"/>
              <a:gd name="connsiteY0" fmla="*/ 0 h 6837536"/>
              <a:gd name="connsiteX1" fmla="*/ 6454848 w 7769892"/>
              <a:gd name="connsiteY1" fmla="*/ 0 h 6837536"/>
              <a:gd name="connsiteX2" fmla="*/ 6511730 w 7769892"/>
              <a:gd name="connsiteY2" fmla="*/ 37905 h 6837536"/>
              <a:gd name="connsiteX3" fmla="*/ 7769892 w 7769892"/>
              <a:gd name="connsiteY3" fmla="*/ 1486041 h 6837536"/>
              <a:gd name="connsiteX4" fmla="*/ 7769892 w 7769892"/>
              <a:gd name="connsiteY4" fmla="*/ 5281056 h 6837536"/>
              <a:gd name="connsiteX5" fmla="*/ 6353475 w 7769892"/>
              <a:gd name="connsiteY5" fmla="*/ 6837536 h 6837536"/>
              <a:gd name="connsiteX6" fmla="*/ 1882727 w 7769892"/>
              <a:gd name="connsiteY6" fmla="*/ 6837536 h 6837536"/>
              <a:gd name="connsiteX7" fmla="*/ 0 w 7769892"/>
              <a:gd name="connsiteY7" fmla="*/ 3386463 h 6837536"/>
              <a:gd name="connsiteX8" fmla="*/ 1655292 w 7769892"/>
              <a:gd name="connsiteY8" fmla="*/ 88307 h 6837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769892" h="6837536">
                <a:moveTo>
                  <a:pt x="1779516" y="0"/>
                </a:moveTo>
                <a:lnTo>
                  <a:pt x="6454848" y="0"/>
                </a:lnTo>
                <a:lnTo>
                  <a:pt x="6511730" y="37905"/>
                </a:lnTo>
                <a:cubicBezTo>
                  <a:pt x="7036410" y="413592"/>
                  <a:pt x="7468976" y="909648"/>
                  <a:pt x="7769892" y="1486041"/>
                </a:cubicBezTo>
                <a:cubicBezTo>
                  <a:pt x="7769892" y="1486041"/>
                  <a:pt x="7769892" y="1486041"/>
                  <a:pt x="7769892" y="5281056"/>
                </a:cubicBezTo>
                <a:cubicBezTo>
                  <a:pt x="7437646" y="5916473"/>
                  <a:pt x="6953850" y="6452788"/>
                  <a:pt x="6353475" y="6837536"/>
                </a:cubicBezTo>
                <a:cubicBezTo>
                  <a:pt x="6353475" y="6837536"/>
                  <a:pt x="6353475" y="6837536"/>
                  <a:pt x="1882727" y="6837536"/>
                </a:cubicBezTo>
                <a:cubicBezTo>
                  <a:pt x="751925" y="6103017"/>
                  <a:pt x="0" y="4832183"/>
                  <a:pt x="0" y="3386463"/>
                </a:cubicBezTo>
                <a:cubicBezTo>
                  <a:pt x="0" y="2036566"/>
                  <a:pt x="651406" y="838748"/>
                  <a:pt x="1655292" y="88307"/>
                </a:cubicBezTo>
                <a:close/>
              </a:path>
            </a:pathLst>
          </a:custGeom>
          <a:ln w="50800" cap="sq" cmpd="dbl">
            <a:noFill/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vert="horz" wrap="square" lIns="91440" tIns="45720" rIns="91440" bIns="45720" rtlCol="0" anchor="t">
            <a:noAutofit/>
          </a:bodyPr>
          <a:lstStyle/>
          <a:p>
            <a:pPr algn="ctr"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</a:pPr>
            <a:endParaRPr lang="en-US" sz="1600" cap="all"/>
          </a:p>
        </p:txBody>
      </p:sp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DFB48660-101A-6FAD-A449-BF0E97FE116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05399691"/>
              </p:ext>
            </p:extLst>
          </p:nvPr>
        </p:nvGraphicFramePr>
        <p:xfrm>
          <a:off x="4699447" y="2039881"/>
          <a:ext cx="7305270" cy="2776451"/>
        </p:xfrm>
        <a:graphic>
          <a:graphicData uri="http://schemas.openxmlformats.org/drawingml/2006/table">
            <a:tbl>
              <a:tblPr/>
              <a:tblGrid>
                <a:gridCol w="1857273">
                  <a:extLst>
                    <a:ext uri="{9D8B030D-6E8A-4147-A177-3AD203B41FA5}">
                      <a16:colId xmlns:a16="http://schemas.microsoft.com/office/drawing/2014/main" val="1730893239"/>
                    </a:ext>
                  </a:extLst>
                </a:gridCol>
                <a:gridCol w="2036120">
                  <a:extLst>
                    <a:ext uri="{9D8B030D-6E8A-4147-A177-3AD203B41FA5}">
                      <a16:colId xmlns:a16="http://schemas.microsoft.com/office/drawing/2014/main" val="3958823243"/>
                    </a:ext>
                  </a:extLst>
                </a:gridCol>
                <a:gridCol w="1664666">
                  <a:extLst>
                    <a:ext uri="{9D8B030D-6E8A-4147-A177-3AD203B41FA5}">
                      <a16:colId xmlns:a16="http://schemas.microsoft.com/office/drawing/2014/main" val="3521861594"/>
                    </a:ext>
                  </a:extLst>
                </a:gridCol>
                <a:gridCol w="1747211">
                  <a:extLst>
                    <a:ext uri="{9D8B030D-6E8A-4147-A177-3AD203B41FA5}">
                      <a16:colId xmlns:a16="http://schemas.microsoft.com/office/drawing/2014/main" val="849912855"/>
                    </a:ext>
                  </a:extLst>
                </a:gridCol>
              </a:tblGrid>
              <a:tr h="6122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CL" sz="2000" b="1" i="0" u="none" strike="noStrike">
                          <a:effectLst/>
                          <a:latin typeface="Arial" panose="020B0604020202020204" pitchFamily="34" charset="0"/>
                        </a:rPr>
                        <a:t>Fortalezas</a:t>
                      </a:r>
                      <a:endParaRPr lang="es-CL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1901" marR="51901" marT="51901" marB="51901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CL" sz="2000" b="1" i="0" u="none" strike="noStrike">
                          <a:effectLst/>
                          <a:latin typeface="Arial" panose="020B0604020202020204" pitchFamily="34" charset="0"/>
                        </a:rPr>
                        <a:t>Oportunidades</a:t>
                      </a:r>
                      <a:endParaRPr lang="es-CL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1901" marR="51901" marT="51901" marB="51901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CL" sz="2000" b="1" i="0" u="none" strike="noStrike">
                          <a:effectLst/>
                          <a:latin typeface="Arial" panose="020B0604020202020204" pitchFamily="34" charset="0"/>
                        </a:rPr>
                        <a:t>Debilidades</a:t>
                      </a:r>
                      <a:endParaRPr lang="es-CL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1901" marR="51901" marT="51901" marB="51901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CL" sz="2000" b="1" i="0" u="none" strike="noStrike">
                          <a:effectLst/>
                          <a:latin typeface="Arial" panose="020B0604020202020204" pitchFamily="34" charset="0"/>
                        </a:rPr>
                        <a:t>Amenazas</a:t>
                      </a:r>
                      <a:endParaRPr lang="es-CL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1901" marR="51901" marT="51901" marB="51901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773171"/>
                  </a:ext>
                </a:extLst>
              </a:tr>
              <a:tr h="216425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MX" sz="2000" b="0" i="0" u="none" strike="noStrike">
                          <a:effectLst/>
                          <a:latin typeface="Arial" panose="020B0604020202020204" pitchFamily="34" charset="0"/>
                        </a:rPr>
                        <a:t>Seguridad on-premise, IA español, Stack robusto, validación real</a:t>
                      </a:r>
                    </a:p>
                  </a:txBody>
                  <a:tcPr marL="51901" marR="51901" marT="51901" marB="51901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MX" sz="2000" b="0" i="0" u="none" strike="noStrike">
                          <a:effectLst/>
                          <a:latin typeface="Arial" panose="020B0604020202020204" pitchFamily="34" charset="0"/>
                        </a:rPr>
                        <a:t>Mercado LATAM, federaciones, B2B, expansión</a:t>
                      </a:r>
                    </a:p>
                  </a:txBody>
                  <a:tcPr marL="51901" marR="51901" marT="51901" marB="51901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CL" sz="2000" b="0" i="0" u="none" strike="noStrike">
                          <a:effectLst/>
                          <a:latin typeface="Arial" panose="020B0604020202020204" pitchFamily="34" charset="0"/>
                        </a:rPr>
                        <a:t>Equipo reducido, cobertura solo Chile, recursos</a:t>
                      </a:r>
                    </a:p>
                  </a:txBody>
                  <a:tcPr marL="51901" marR="51901" marT="51901" marB="51901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CL" sz="2000" b="0" i="0" u="none" strike="noStrike" dirty="0">
                          <a:effectLst/>
                          <a:latin typeface="Arial" panose="020B0604020202020204" pitchFamily="34" charset="0"/>
                        </a:rPr>
                        <a:t>Competencia internacional, IA avanzada, app </a:t>
                      </a:r>
                      <a:r>
                        <a:rPr lang="es-CL" sz="2000" b="0" i="0" u="none" strike="noStrike" dirty="0" err="1">
                          <a:effectLst/>
                          <a:latin typeface="Arial" panose="020B0604020202020204" pitchFamily="34" charset="0"/>
                        </a:rPr>
                        <a:t>stores</a:t>
                      </a:r>
                      <a:endParaRPr lang="es-CL" sz="2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1901" marR="51901" marT="51901" marB="51901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05815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6723670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75F65CD9-825D-44BD-8681-D42D260D4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B2F64C47-BE0B-4DA4-A62F-C6922DD208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2"/>
            <a:ext cx="4125976" cy="6858002"/>
          </a:xfrm>
          <a:custGeom>
            <a:avLst/>
            <a:gdLst>
              <a:gd name="connsiteX0" fmla="*/ 4125976 w 4125976"/>
              <a:gd name="connsiteY0" fmla="*/ 0 h 6858002"/>
              <a:gd name="connsiteX1" fmla="*/ 1300393 w 4125976"/>
              <a:gd name="connsiteY1" fmla="*/ 0 h 6858002"/>
              <a:gd name="connsiteX2" fmla="*/ 1300393 w 4125976"/>
              <a:gd name="connsiteY2" fmla="*/ 2 h 6858002"/>
              <a:gd name="connsiteX3" fmla="*/ 1155520 w 4125976"/>
              <a:gd name="connsiteY3" fmla="*/ 2 h 6858002"/>
              <a:gd name="connsiteX4" fmla="*/ 1074856 w 4125976"/>
              <a:gd name="connsiteY4" fmla="*/ 88573 h 6858002"/>
              <a:gd name="connsiteX5" fmla="*/ 0 w 4125976"/>
              <a:gd name="connsiteY5" fmla="*/ 3396600 h 6858002"/>
              <a:gd name="connsiteX6" fmla="*/ 1222540 w 4125976"/>
              <a:gd name="connsiteY6" fmla="*/ 6858002 h 6858002"/>
              <a:gd name="connsiteX7" fmla="*/ 4125598 w 4125976"/>
              <a:gd name="connsiteY7" fmla="*/ 6858002 h 6858002"/>
              <a:gd name="connsiteX8" fmla="*/ 4125976 w 4125976"/>
              <a:gd name="connsiteY8" fmla="*/ 6857600 h 6858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125976" h="6858002">
                <a:moveTo>
                  <a:pt x="4125976" y="0"/>
                </a:moveTo>
                <a:lnTo>
                  <a:pt x="1300393" y="0"/>
                </a:lnTo>
                <a:lnTo>
                  <a:pt x="1300393" y="2"/>
                </a:lnTo>
                <a:lnTo>
                  <a:pt x="1155520" y="2"/>
                </a:lnTo>
                <a:lnTo>
                  <a:pt x="1074856" y="88573"/>
                </a:lnTo>
                <a:cubicBezTo>
                  <a:pt x="422987" y="841260"/>
                  <a:pt x="0" y="2042663"/>
                  <a:pt x="0" y="3396600"/>
                </a:cubicBezTo>
                <a:cubicBezTo>
                  <a:pt x="0" y="4846647"/>
                  <a:pt x="488259" y="6121285"/>
                  <a:pt x="1222540" y="6858002"/>
                </a:cubicBezTo>
                <a:cubicBezTo>
                  <a:pt x="4125598" y="6858002"/>
                  <a:pt x="4125598" y="6858002"/>
                  <a:pt x="4125598" y="6858002"/>
                </a:cubicBezTo>
                <a:lnTo>
                  <a:pt x="4125976" y="6857600"/>
                </a:lnTo>
                <a:close/>
              </a:path>
            </a:pathLst>
          </a:cu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D265B96-3622-FADA-B5D6-F9C5039E08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643466"/>
            <a:ext cx="2590799" cy="4995333"/>
          </a:xfrm>
        </p:spPr>
        <p:txBody>
          <a:bodyPr>
            <a:normAutofit/>
          </a:bodyPr>
          <a:lstStyle/>
          <a:p>
            <a:r>
              <a:rPr lang="es-CL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</a:rPr>
              <a:t>Análisis </a:t>
            </a:r>
            <a:r>
              <a:rPr lang="es-CL" b="1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</a:rPr>
              <a:t>foda</a:t>
            </a:r>
            <a:endParaRPr lang="es-CL">
              <a:solidFill>
                <a:srgbClr val="FFFFFF"/>
              </a:solidFill>
            </a:endParaRPr>
          </a:p>
        </p:txBody>
      </p:sp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4FE74466-9CAE-7B4B-57B0-7297A8A3945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66550152"/>
              </p:ext>
            </p:extLst>
          </p:nvPr>
        </p:nvGraphicFramePr>
        <p:xfrm>
          <a:off x="4834860" y="901700"/>
          <a:ext cx="6492681" cy="4820184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3531594">
                  <a:extLst>
                    <a:ext uri="{9D8B030D-6E8A-4147-A177-3AD203B41FA5}">
                      <a16:colId xmlns:a16="http://schemas.microsoft.com/office/drawing/2014/main" val="2729165776"/>
                    </a:ext>
                  </a:extLst>
                </a:gridCol>
                <a:gridCol w="2961087">
                  <a:extLst>
                    <a:ext uri="{9D8B030D-6E8A-4147-A177-3AD203B41FA5}">
                      <a16:colId xmlns:a16="http://schemas.microsoft.com/office/drawing/2014/main" val="981302746"/>
                    </a:ext>
                  </a:extLst>
                </a:gridCol>
              </a:tblGrid>
              <a:tr h="138115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23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Estrategia FO (Fortaleza + Oportunidad)</a:t>
                      </a:r>
                    </a:p>
                  </a:txBody>
                  <a:tcPr marL="282254" marR="40555" marT="141127" marB="14112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23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Estrategia DO (Debilidad + Oportunidad)</a:t>
                      </a:r>
                    </a:p>
                  </a:txBody>
                  <a:tcPr marL="282254" marR="40555" marT="141127" marB="14112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0581170"/>
                  </a:ext>
                </a:extLst>
              </a:tr>
              <a:tr h="138115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23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Versión enterprise para clubes (on-premise)</a:t>
                      </a:r>
                    </a:p>
                  </a:txBody>
                  <a:tcPr marL="282254" marR="40555" marT="141127" marB="141127" anchor="ctr">
                    <a:lnL w="9525" cap="flat" cmpd="sng" algn="ctr">
                      <a:solidFill>
                        <a:srgbClr val="D8DCDC"/>
                      </a:solidFill>
                      <a:prstDash val="solid"/>
                    </a:lnL>
                    <a:lnR w="9525" cap="flat" cmpd="sng" algn="ctr">
                      <a:solidFill>
                        <a:srgbClr val="D8DC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solidFill>
                      <a:srgbClr val="D8DEDC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23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Alianzas universitarias para I+D de IA</a:t>
                      </a:r>
                    </a:p>
                  </a:txBody>
                  <a:tcPr marL="282254" marR="40555" marT="141127" marB="141127" anchor="ctr">
                    <a:lnL w="9525" cap="flat" cmpd="sng" algn="ctr">
                      <a:solidFill>
                        <a:srgbClr val="D8DCDC"/>
                      </a:solidFill>
                      <a:prstDash val="solid"/>
                    </a:lnL>
                    <a:lnR w="9525" cap="flat" cmpd="sng" algn="ctr">
                      <a:solidFill>
                        <a:srgbClr val="D8DC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solidFill>
                      <a:srgbClr val="D8DEDC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9852813"/>
                  </a:ext>
                </a:extLst>
              </a:tr>
              <a:tr h="102894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23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API integración con wearables</a:t>
                      </a:r>
                    </a:p>
                  </a:txBody>
                  <a:tcPr marL="282254" marR="40555" marT="141127" marB="141127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23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Modelo híbrido cloud/on-premise</a:t>
                      </a:r>
                    </a:p>
                  </a:txBody>
                  <a:tcPr marL="282254" marR="40555" marT="141127" marB="141127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6487945"/>
                  </a:ext>
                </a:extLst>
              </a:tr>
              <a:tr h="102894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MX" sz="23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Expansión LATAM con modelo competitivo</a:t>
                      </a:r>
                    </a:p>
                  </a:txBody>
                  <a:tcPr marL="282254" marR="40555" marT="141127" marB="141127" anchor="ctr">
                    <a:lnL w="9525" cap="flat" cmpd="sng" algn="ctr">
                      <a:solidFill>
                        <a:srgbClr val="D8DCDC"/>
                      </a:solidFill>
                      <a:prstDash val="solid"/>
                    </a:lnL>
                    <a:lnR w="9525" cap="flat" cmpd="sng" algn="ctr">
                      <a:solidFill>
                        <a:srgbClr val="D8DC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solidFill>
                      <a:srgbClr val="D8DEDC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23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Embajadores entre nadadores locales</a:t>
                      </a:r>
                    </a:p>
                  </a:txBody>
                  <a:tcPr marL="282254" marR="40555" marT="141127" marB="141127" anchor="ctr">
                    <a:lnL w="9525" cap="flat" cmpd="sng" algn="ctr">
                      <a:solidFill>
                        <a:srgbClr val="D8DCDC"/>
                      </a:solidFill>
                      <a:prstDash val="solid"/>
                    </a:lnL>
                    <a:lnR w="9525" cap="flat" cmpd="sng" algn="ctr">
                      <a:solidFill>
                        <a:srgbClr val="D8DC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solidFill>
                      <a:srgbClr val="D8DEDC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04497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3666200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75F65CD9-825D-44BD-8681-D42D260D4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B2F64C47-BE0B-4DA4-A62F-C6922DD208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2"/>
            <a:ext cx="4125976" cy="6858002"/>
          </a:xfrm>
          <a:custGeom>
            <a:avLst/>
            <a:gdLst>
              <a:gd name="connsiteX0" fmla="*/ 4125976 w 4125976"/>
              <a:gd name="connsiteY0" fmla="*/ 0 h 6858002"/>
              <a:gd name="connsiteX1" fmla="*/ 1300393 w 4125976"/>
              <a:gd name="connsiteY1" fmla="*/ 0 h 6858002"/>
              <a:gd name="connsiteX2" fmla="*/ 1300393 w 4125976"/>
              <a:gd name="connsiteY2" fmla="*/ 2 h 6858002"/>
              <a:gd name="connsiteX3" fmla="*/ 1155520 w 4125976"/>
              <a:gd name="connsiteY3" fmla="*/ 2 h 6858002"/>
              <a:gd name="connsiteX4" fmla="*/ 1074856 w 4125976"/>
              <a:gd name="connsiteY4" fmla="*/ 88573 h 6858002"/>
              <a:gd name="connsiteX5" fmla="*/ 0 w 4125976"/>
              <a:gd name="connsiteY5" fmla="*/ 3396600 h 6858002"/>
              <a:gd name="connsiteX6" fmla="*/ 1222540 w 4125976"/>
              <a:gd name="connsiteY6" fmla="*/ 6858002 h 6858002"/>
              <a:gd name="connsiteX7" fmla="*/ 4125598 w 4125976"/>
              <a:gd name="connsiteY7" fmla="*/ 6858002 h 6858002"/>
              <a:gd name="connsiteX8" fmla="*/ 4125976 w 4125976"/>
              <a:gd name="connsiteY8" fmla="*/ 6857600 h 6858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125976" h="6858002">
                <a:moveTo>
                  <a:pt x="4125976" y="0"/>
                </a:moveTo>
                <a:lnTo>
                  <a:pt x="1300393" y="0"/>
                </a:lnTo>
                <a:lnTo>
                  <a:pt x="1300393" y="2"/>
                </a:lnTo>
                <a:lnTo>
                  <a:pt x="1155520" y="2"/>
                </a:lnTo>
                <a:lnTo>
                  <a:pt x="1074856" y="88573"/>
                </a:lnTo>
                <a:cubicBezTo>
                  <a:pt x="422987" y="841260"/>
                  <a:pt x="0" y="2042663"/>
                  <a:pt x="0" y="3396600"/>
                </a:cubicBezTo>
                <a:cubicBezTo>
                  <a:pt x="0" y="4846647"/>
                  <a:pt x="488259" y="6121285"/>
                  <a:pt x="1222540" y="6858002"/>
                </a:cubicBezTo>
                <a:cubicBezTo>
                  <a:pt x="4125598" y="6858002"/>
                  <a:pt x="4125598" y="6858002"/>
                  <a:pt x="4125598" y="6858002"/>
                </a:cubicBezTo>
                <a:lnTo>
                  <a:pt x="4125976" y="6857600"/>
                </a:lnTo>
                <a:close/>
              </a:path>
            </a:pathLst>
          </a:cu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8044B16-A911-3AA0-4663-9C7830A539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643466"/>
            <a:ext cx="2590799" cy="4995333"/>
          </a:xfrm>
        </p:spPr>
        <p:txBody>
          <a:bodyPr>
            <a:normAutofit/>
          </a:bodyPr>
          <a:lstStyle/>
          <a:p>
            <a:r>
              <a:rPr lang="es-CL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</a:rPr>
              <a:t>Análisis </a:t>
            </a:r>
            <a:r>
              <a:rPr lang="es-CL" b="1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</a:rPr>
              <a:t>foda</a:t>
            </a:r>
            <a:endParaRPr lang="es-CL">
              <a:solidFill>
                <a:srgbClr val="FFFFFF"/>
              </a:solidFill>
            </a:endParaRPr>
          </a:p>
        </p:txBody>
      </p:sp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0C79383F-B220-F618-3D3D-97CB5BFF0BE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50650616"/>
              </p:ext>
            </p:extLst>
          </p:nvPr>
        </p:nvGraphicFramePr>
        <p:xfrm>
          <a:off x="4961497" y="901700"/>
          <a:ext cx="6239409" cy="4820184"/>
        </p:xfrm>
        <a:graphic>
          <a:graphicData uri="http://schemas.openxmlformats.org/drawingml/2006/table">
            <a:tbl>
              <a:tblPr firstRow="1" bandRow="1"/>
              <a:tblGrid>
                <a:gridCol w="3165944">
                  <a:extLst>
                    <a:ext uri="{9D8B030D-6E8A-4147-A177-3AD203B41FA5}">
                      <a16:colId xmlns:a16="http://schemas.microsoft.com/office/drawing/2014/main" val="1844504412"/>
                    </a:ext>
                  </a:extLst>
                </a:gridCol>
                <a:gridCol w="3073465">
                  <a:extLst>
                    <a:ext uri="{9D8B030D-6E8A-4147-A177-3AD203B41FA5}">
                      <a16:colId xmlns:a16="http://schemas.microsoft.com/office/drawing/2014/main" val="2519387193"/>
                    </a:ext>
                  </a:extLst>
                </a:gridCol>
              </a:tblGrid>
              <a:tr h="140233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2600" b="1">
                          <a:effectLst/>
                        </a:rPr>
                        <a:t>Estrategia FA (Fortaleza + Amenaza)</a:t>
                      </a:r>
                    </a:p>
                  </a:txBody>
                  <a:tcPr marL="85623" marR="85623" marT="85623" marB="8562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2600" b="1">
                          <a:effectLst/>
                        </a:rPr>
                        <a:t>Estrategia DA (Debilidad + Amenaza)</a:t>
                      </a:r>
                    </a:p>
                  </a:txBody>
                  <a:tcPr marL="85623" marR="85623" marT="85623" marB="8562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6369257"/>
                  </a:ext>
                </a:extLst>
              </a:tr>
              <a:tr h="100775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2600">
                          <a:effectLst/>
                        </a:rPr>
                        <a:t>Privacidad superior frente competencia</a:t>
                      </a:r>
                    </a:p>
                  </a:txBody>
                  <a:tcPr marL="85623" marR="85623" marT="85623" marB="8562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MX" sz="2600">
                          <a:effectLst/>
                        </a:rPr>
                        <a:t>Enfoque en nichos (masters/triatletas)</a:t>
                      </a:r>
                    </a:p>
                  </a:txBody>
                  <a:tcPr marL="85623" marR="85623" marT="85623" marB="8562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7278325"/>
                  </a:ext>
                </a:extLst>
              </a:tr>
              <a:tr h="140233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2600">
                          <a:effectLst/>
                        </a:rPr>
                        <a:t>Funcionalidades avanzadas en español</a:t>
                      </a:r>
                    </a:p>
                  </a:txBody>
                  <a:tcPr marL="85623" marR="85623" marT="85623" marB="8562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2600">
                          <a:effectLst/>
                        </a:rPr>
                        <a:t>Funcionalidad mínima/precio competitivo</a:t>
                      </a:r>
                    </a:p>
                  </a:txBody>
                  <a:tcPr marL="85623" marR="85623" marT="85623" marB="8562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7292518"/>
                  </a:ext>
                </a:extLst>
              </a:tr>
              <a:tr h="100775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MX" sz="2600">
                          <a:effectLst/>
                        </a:rPr>
                        <a:t>Migración asistida de otras plataformas</a:t>
                      </a:r>
                    </a:p>
                  </a:txBody>
                  <a:tcPr marL="85623" marR="85623" marT="85623" marB="8562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2600">
                          <a:effectLst/>
                        </a:rPr>
                        <a:t>Comunidad online para retención</a:t>
                      </a:r>
                    </a:p>
                  </a:txBody>
                  <a:tcPr marL="85623" marR="85623" marT="85623" marB="8562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61365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2869284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FF5BED3-4EE4-425F-A016-C272586B88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856B4CA-4519-432C-ABFD-F2AE5D70E0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228421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1D03B64-A2F8-4473-8457-9A6A36B67B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284214"/>
          </a:xfrm>
          <a:prstGeom prst="rect">
            <a:avLst/>
          </a:pr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01C3CE7E-C09F-4DAB-A9B8-00CB40334B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6684"/>
          <a:stretch/>
        </p:blipFill>
        <p:spPr>
          <a:xfrm>
            <a:off x="-3175" y="0"/>
            <a:ext cx="12188825" cy="2284214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3E71B4D2-9D57-D6D6-2F14-E0E4044E0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653142"/>
            <a:ext cx="10131425" cy="1219200"/>
          </a:xfrm>
        </p:spPr>
        <p:txBody>
          <a:bodyPr>
            <a:normAutofit/>
          </a:bodyPr>
          <a:lstStyle/>
          <a:p>
            <a:pPr algn="ctr"/>
            <a:r>
              <a:rPr lang="es-MX" sz="410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</a:rPr>
              <a:t>Factibilidad y análisis económico</a:t>
            </a:r>
            <a:endParaRPr lang="es-CL" sz="4100">
              <a:solidFill>
                <a:srgbClr val="FFFFFF"/>
              </a:solidFill>
            </a:endParaRPr>
          </a:p>
        </p:txBody>
      </p:sp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C68E6583-127D-EBA0-A424-5442DCF5613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24745352"/>
              </p:ext>
            </p:extLst>
          </p:nvPr>
        </p:nvGraphicFramePr>
        <p:xfrm>
          <a:off x="1028700" y="2751047"/>
          <a:ext cx="10131425" cy="3048732"/>
        </p:xfrm>
        <a:graphic>
          <a:graphicData uri="http://schemas.openxmlformats.org/drawingml/2006/table">
            <a:tbl>
              <a:tblPr/>
              <a:tblGrid>
                <a:gridCol w="5566585">
                  <a:extLst>
                    <a:ext uri="{9D8B030D-6E8A-4147-A177-3AD203B41FA5}">
                      <a16:colId xmlns:a16="http://schemas.microsoft.com/office/drawing/2014/main" val="1215341927"/>
                    </a:ext>
                  </a:extLst>
                </a:gridCol>
                <a:gridCol w="4564840">
                  <a:extLst>
                    <a:ext uri="{9D8B030D-6E8A-4147-A177-3AD203B41FA5}">
                      <a16:colId xmlns:a16="http://schemas.microsoft.com/office/drawing/2014/main" val="1739756663"/>
                    </a:ext>
                  </a:extLst>
                </a:gridCol>
              </a:tblGrid>
              <a:tr h="50538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CL" sz="2400" b="1" i="0" u="none" strike="noStrike">
                          <a:effectLst/>
                          <a:latin typeface="Arial" panose="020B0604020202020204" pitchFamily="34" charset="0"/>
                        </a:rPr>
                        <a:t>Métrica</a:t>
                      </a:r>
                      <a:endParaRPr lang="es-CL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181" marR="71181" marT="71181" marB="71181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CL" sz="2400" b="1" i="0" u="none" strike="noStrike">
                          <a:effectLst/>
                          <a:latin typeface="Arial" panose="020B0604020202020204" pitchFamily="34" charset="0"/>
                        </a:rPr>
                        <a:t>Valor</a:t>
                      </a:r>
                      <a:endParaRPr lang="es-CL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181" marR="71181" marT="71181" marB="71181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34626"/>
                  </a:ext>
                </a:extLst>
              </a:tr>
              <a:tr h="50538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CL" sz="2400" b="0" i="0" u="none" strike="noStrike">
                          <a:effectLst/>
                          <a:latin typeface="Arial" panose="020B0604020202020204" pitchFamily="34" charset="0"/>
                        </a:rPr>
                        <a:t>Inversión inicial</a:t>
                      </a:r>
                    </a:p>
                  </a:txBody>
                  <a:tcPr marL="71181" marR="71181" marT="71181" marB="71181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CL" sz="2400" b="0" i="0" u="none" strike="noStrike">
                          <a:effectLst/>
                          <a:latin typeface="Arial" panose="020B0604020202020204" pitchFamily="34" charset="0"/>
                        </a:rPr>
                        <a:t>$50,000 USD</a:t>
                      </a:r>
                    </a:p>
                  </a:txBody>
                  <a:tcPr marL="71181" marR="71181" marT="71181" marB="71181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1324716"/>
                  </a:ext>
                </a:extLst>
              </a:tr>
              <a:tr h="50538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CL" sz="2400" b="0" i="0" u="none" strike="noStrike">
                          <a:effectLst/>
                          <a:latin typeface="Arial" panose="020B0604020202020204" pitchFamily="34" charset="0"/>
                        </a:rPr>
                        <a:t>VAN (12%)</a:t>
                      </a:r>
                    </a:p>
                  </a:txBody>
                  <a:tcPr marL="71181" marR="71181" marT="71181" marB="71181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CL" sz="2400" b="0" i="0" u="none" strike="noStrike">
                          <a:effectLst/>
                          <a:latin typeface="Arial" panose="020B0604020202020204" pitchFamily="34" charset="0"/>
                        </a:rPr>
                        <a:t>$21,320 USD</a:t>
                      </a:r>
                    </a:p>
                  </a:txBody>
                  <a:tcPr marL="71181" marR="71181" marT="71181" marB="71181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2709684"/>
                  </a:ext>
                </a:extLst>
              </a:tr>
              <a:tr h="50538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CL" sz="2400" b="0" i="0" u="none" strike="noStrike">
                          <a:effectLst/>
                          <a:latin typeface="Arial" panose="020B0604020202020204" pitchFamily="34" charset="0"/>
                        </a:rPr>
                        <a:t>TIR</a:t>
                      </a:r>
                    </a:p>
                  </a:txBody>
                  <a:tcPr marL="71181" marR="71181" marT="71181" marB="71181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CL" sz="2400" b="0" i="0" u="none" strike="noStrike">
                          <a:effectLst/>
                          <a:latin typeface="Arial" panose="020B0604020202020204" pitchFamily="34" charset="0"/>
                        </a:rPr>
                        <a:t>25%</a:t>
                      </a:r>
                    </a:p>
                  </a:txBody>
                  <a:tcPr marL="71181" marR="71181" marT="71181" marB="71181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59552"/>
                  </a:ext>
                </a:extLst>
              </a:tr>
              <a:tr h="50538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CL" sz="2400" b="0" i="0" u="none" strike="noStrike">
                          <a:effectLst/>
                          <a:latin typeface="Arial" panose="020B0604020202020204" pitchFamily="34" charset="0"/>
                        </a:rPr>
                        <a:t>Payback</a:t>
                      </a:r>
                    </a:p>
                  </a:txBody>
                  <a:tcPr marL="71181" marR="71181" marT="71181" marB="71181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CL" sz="2400" b="0" i="0" u="none" strike="noStrike">
                          <a:effectLst/>
                          <a:latin typeface="Arial" panose="020B0604020202020204" pitchFamily="34" charset="0"/>
                        </a:rPr>
                        <a:t>~2.1 años</a:t>
                      </a:r>
                    </a:p>
                  </a:txBody>
                  <a:tcPr marL="71181" marR="71181" marT="71181" marB="71181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364332"/>
                  </a:ext>
                </a:extLst>
              </a:tr>
              <a:tr h="50538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CL" sz="2400" b="0" i="0" u="none" strike="noStrike">
                          <a:effectLst/>
                          <a:latin typeface="Arial" panose="020B0604020202020204" pitchFamily="34" charset="0"/>
                        </a:rPr>
                        <a:t>Costos operativos anuales</a:t>
                      </a:r>
                    </a:p>
                  </a:txBody>
                  <a:tcPr marL="71181" marR="71181" marT="71181" marB="71181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CL" sz="2400" b="0" i="0" u="none" strike="noStrike" dirty="0">
                          <a:effectLst/>
                          <a:latin typeface="Arial" panose="020B0604020202020204" pitchFamily="34" charset="0"/>
                        </a:rPr>
                        <a:t>$7,000 – $8,000 USD</a:t>
                      </a:r>
                    </a:p>
                  </a:txBody>
                  <a:tcPr marL="71181" marR="71181" marT="71181" marB="71181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92879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5491069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5F65CD9-825D-44BD-8681-D42D260D4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B2F64C47-BE0B-4DA4-A62F-C6922DD208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2"/>
            <a:ext cx="4125976" cy="6858002"/>
          </a:xfrm>
          <a:custGeom>
            <a:avLst/>
            <a:gdLst>
              <a:gd name="connsiteX0" fmla="*/ 4125976 w 4125976"/>
              <a:gd name="connsiteY0" fmla="*/ 0 h 6858002"/>
              <a:gd name="connsiteX1" fmla="*/ 1300393 w 4125976"/>
              <a:gd name="connsiteY1" fmla="*/ 0 h 6858002"/>
              <a:gd name="connsiteX2" fmla="*/ 1300393 w 4125976"/>
              <a:gd name="connsiteY2" fmla="*/ 2 h 6858002"/>
              <a:gd name="connsiteX3" fmla="*/ 1155520 w 4125976"/>
              <a:gd name="connsiteY3" fmla="*/ 2 h 6858002"/>
              <a:gd name="connsiteX4" fmla="*/ 1074856 w 4125976"/>
              <a:gd name="connsiteY4" fmla="*/ 88573 h 6858002"/>
              <a:gd name="connsiteX5" fmla="*/ 0 w 4125976"/>
              <a:gd name="connsiteY5" fmla="*/ 3396600 h 6858002"/>
              <a:gd name="connsiteX6" fmla="*/ 1222540 w 4125976"/>
              <a:gd name="connsiteY6" fmla="*/ 6858002 h 6858002"/>
              <a:gd name="connsiteX7" fmla="*/ 4125598 w 4125976"/>
              <a:gd name="connsiteY7" fmla="*/ 6858002 h 6858002"/>
              <a:gd name="connsiteX8" fmla="*/ 4125976 w 4125976"/>
              <a:gd name="connsiteY8" fmla="*/ 6857600 h 6858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125976" h="6858002">
                <a:moveTo>
                  <a:pt x="4125976" y="0"/>
                </a:moveTo>
                <a:lnTo>
                  <a:pt x="1300393" y="0"/>
                </a:lnTo>
                <a:lnTo>
                  <a:pt x="1300393" y="2"/>
                </a:lnTo>
                <a:lnTo>
                  <a:pt x="1155520" y="2"/>
                </a:lnTo>
                <a:lnTo>
                  <a:pt x="1074856" y="88573"/>
                </a:lnTo>
                <a:cubicBezTo>
                  <a:pt x="422987" y="841260"/>
                  <a:pt x="0" y="2042663"/>
                  <a:pt x="0" y="3396600"/>
                </a:cubicBezTo>
                <a:cubicBezTo>
                  <a:pt x="0" y="4846647"/>
                  <a:pt x="488259" y="6121285"/>
                  <a:pt x="1222540" y="6858002"/>
                </a:cubicBezTo>
                <a:cubicBezTo>
                  <a:pt x="4125598" y="6858002"/>
                  <a:pt x="4125598" y="6858002"/>
                  <a:pt x="4125598" y="6858002"/>
                </a:cubicBezTo>
                <a:lnTo>
                  <a:pt x="4125976" y="6857600"/>
                </a:lnTo>
                <a:close/>
              </a:path>
            </a:pathLst>
          </a:cu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3A04E99-909A-76E5-7C4E-E64989F769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6157" y="731956"/>
            <a:ext cx="3889819" cy="4995333"/>
          </a:xfrm>
        </p:spPr>
        <p:txBody>
          <a:bodyPr>
            <a:normAutofit/>
          </a:bodyPr>
          <a:lstStyle/>
          <a:p>
            <a:r>
              <a:rPr lang="es-MX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</a:rPr>
              <a:t>Comparativa de inversión y mejora</a:t>
            </a:r>
            <a:br>
              <a:rPr lang="es-MX" dirty="0"/>
            </a:br>
            <a:endParaRPr lang="es-CL" dirty="0">
              <a:solidFill>
                <a:srgbClr val="FFFFFF"/>
              </a:solidFill>
            </a:endParaRPr>
          </a:p>
        </p:txBody>
      </p:sp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EE1579D5-B908-5B65-7476-061A73A9C67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95112057"/>
              </p:ext>
            </p:extLst>
          </p:nvPr>
        </p:nvGraphicFramePr>
        <p:xfrm>
          <a:off x="4343401" y="1512916"/>
          <a:ext cx="7510547" cy="2762176"/>
        </p:xfrm>
        <a:graphic>
          <a:graphicData uri="http://schemas.openxmlformats.org/drawingml/2006/table">
            <a:tbl>
              <a:tblPr firstRow="1" bandRow="1"/>
              <a:tblGrid>
                <a:gridCol w="1399916">
                  <a:extLst>
                    <a:ext uri="{9D8B030D-6E8A-4147-A177-3AD203B41FA5}">
                      <a16:colId xmlns:a16="http://schemas.microsoft.com/office/drawing/2014/main" val="4047590497"/>
                    </a:ext>
                  </a:extLst>
                </a:gridCol>
                <a:gridCol w="1336920">
                  <a:extLst>
                    <a:ext uri="{9D8B030D-6E8A-4147-A177-3AD203B41FA5}">
                      <a16:colId xmlns:a16="http://schemas.microsoft.com/office/drawing/2014/main" val="1080662868"/>
                    </a:ext>
                  </a:extLst>
                </a:gridCol>
                <a:gridCol w="993940">
                  <a:extLst>
                    <a:ext uri="{9D8B030D-6E8A-4147-A177-3AD203B41FA5}">
                      <a16:colId xmlns:a16="http://schemas.microsoft.com/office/drawing/2014/main" val="523707108"/>
                    </a:ext>
                  </a:extLst>
                </a:gridCol>
                <a:gridCol w="1301921">
                  <a:extLst>
                    <a:ext uri="{9D8B030D-6E8A-4147-A177-3AD203B41FA5}">
                      <a16:colId xmlns:a16="http://schemas.microsoft.com/office/drawing/2014/main" val="3298836331"/>
                    </a:ext>
                  </a:extLst>
                </a:gridCol>
                <a:gridCol w="1357918">
                  <a:extLst>
                    <a:ext uri="{9D8B030D-6E8A-4147-A177-3AD203B41FA5}">
                      <a16:colId xmlns:a16="http://schemas.microsoft.com/office/drawing/2014/main" val="2183178145"/>
                    </a:ext>
                  </a:extLst>
                </a:gridCol>
                <a:gridCol w="1119932">
                  <a:extLst>
                    <a:ext uri="{9D8B030D-6E8A-4147-A177-3AD203B41FA5}">
                      <a16:colId xmlns:a16="http://schemas.microsoft.com/office/drawing/2014/main" val="1854121406"/>
                    </a:ext>
                  </a:extLst>
                </a:gridCol>
              </a:tblGrid>
              <a:tr h="97389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2400" b="1">
                          <a:effectLst/>
                        </a:rPr>
                        <a:t>Inversión</a:t>
                      </a:r>
                    </a:p>
                  </a:txBody>
                  <a:tcPr marL="58559" marR="58559" marT="58559" marB="58559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2400" b="1" dirty="0">
                          <a:effectLst/>
                        </a:rPr>
                        <a:t>VAN</a:t>
                      </a:r>
                    </a:p>
                  </a:txBody>
                  <a:tcPr marL="58559" marR="58559" marT="58559" marB="58559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2400" b="1">
                          <a:effectLst/>
                        </a:rPr>
                        <a:t>TIR</a:t>
                      </a:r>
                    </a:p>
                  </a:txBody>
                  <a:tcPr marL="58559" marR="58559" marT="58559" marB="58559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2400" b="1">
                          <a:effectLst/>
                        </a:rPr>
                        <a:t>Payback</a:t>
                      </a:r>
                    </a:p>
                  </a:txBody>
                  <a:tcPr marL="58559" marR="58559" marT="58559" marB="58559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2400" b="1">
                          <a:effectLst/>
                        </a:rPr>
                        <a:t>Usuarios Año 1</a:t>
                      </a:r>
                    </a:p>
                  </a:txBody>
                  <a:tcPr marL="58559" marR="58559" marT="58559" marB="58559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2400" b="1">
                          <a:effectLst/>
                        </a:rPr>
                        <a:t>Riesgo</a:t>
                      </a:r>
                    </a:p>
                  </a:txBody>
                  <a:tcPr marL="58559" marR="58559" marT="58559" marB="58559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1551169"/>
                  </a:ext>
                </a:extLst>
              </a:tr>
              <a:tr h="59609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2400">
                          <a:effectLst/>
                        </a:rPr>
                        <a:t>$25,700</a:t>
                      </a:r>
                    </a:p>
                  </a:txBody>
                  <a:tcPr marL="58559" marR="58559" marT="58559" marB="58559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2400">
                          <a:effectLst/>
                        </a:rPr>
                        <a:t>-$8,250</a:t>
                      </a:r>
                    </a:p>
                  </a:txBody>
                  <a:tcPr marL="58559" marR="58559" marT="58559" marB="58559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2400">
                          <a:effectLst/>
                        </a:rPr>
                        <a:t>8.5%</a:t>
                      </a:r>
                    </a:p>
                  </a:txBody>
                  <a:tcPr marL="58559" marR="58559" marT="58559" marB="58559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2400">
                          <a:effectLst/>
                        </a:rPr>
                        <a:t>2.8 años</a:t>
                      </a:r>
                    </a:p>
                  </a:txBody>
                  <a:tcPr marL="58559" marR="58559" marT="58559" marB="58559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2400">
                          <a:effectLst/>
                        </a:rPr>
                        <a:t>500</a:t>
                      </a:r>
                    </a:p>
                  </a:txBody>
                  <a:tcPr marL="58559" marR="58559" marT="58559" marB="58559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2400">
                          <a:effectLst/>
                        </a:rPr>
                        <a:t>Alto</a:t>
                      </a:r>
                    </a:p>
                  </a:txBody>
                  <a:tcPr marL="58559" marR="58559" marT="58559" marB="58559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2787078"/>
                  </a:ext>
                </a:extLst>
              </a:tr>
              <a:tr h="59609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2400">
                          <a:effectLst/>
                        </a:rPr>
                        <a:t>$50,000</a:t>
                      </a:r>
                    </a:p>
                  </a:txBody>
                  <a:tcPr marL="58559" marR="58559" marT="58559" marB="58559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2400">
                          <a:effectLst/>
                        </a:rPr>
                        <a:t>+$15,280</a:t>
                      </a:r>
                    </a:p>
                  </a:txBody>
                  <a:tcPr marL="58559" marR="58559" marT="58559" marB="58559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2400">
                          <a:effectLst/>
                        </a:rPr>
                        <a:t>22.5%</a:t>
                      </a:r>
                    </a:p>
                  </a:txBody>
                  <a:tcPr marL="58559" marR="58559" marT="58559" marB="58559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2400">
                          <a:effectLst/>
                        </a:rPr>
                        <a:t>2.4 años</a:t>
                      </a:r>
                    </a:p>
                  </a:txBody>
                  <a:tcPr marL="58559" marR="58559" marT="58559" marB="58559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2400">
                          <a:effectLst/>
                        </a:rPr>
                        <a:t>1,500</a:t>
                      </a:r>
                    </a:p>
                  </a:txBody>
                  <a:tcPr marL="58559" marR="58559" marT="58559" marB="58559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2400">
                          <a:effectLst/>
                        </a:rPr>
                        <a:t>Medio</a:t>
                      </a:r>
                    </a:p>
                  </a:txBody>
                  <a:tcPr marL="58559" marR="58559" marT="58559" marB="58559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7171112"/>
                  </a:ext>
                </a:extLst>
              </a:tr>
              <a:tr h="59609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2400">
                          <a:effectLst/>
                        </a:rPr>
                        <a:t>$75,000</a:t>
                      </a:r>
                    </a:p>
                  </a:txBody>
                  <a:tcPr marL="58559" marR="58559" marT="58559" marB="58559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2400">
                          <a:effectLst/>
                        </a:rPr>
                        <a:t>+$28,500</a:t>
                      </a:r>
                    </a:p>
                  </a:txBody>
                  <a:tcPr marL="58559" marR="58559" marT="58559" marB="58559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2400">
                          <a:effectLst/>
                        </a:rPr>
                        <a:t>31.2%</a:t>
                      </a:r>
                    </a:p>
                  </a:txBody>
                  <a:tcPr marL="58559" marR="58559" marT="58559" marB="58559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2400">
                          <a:effectLst/>
                        </a:rPr>
                        <a:t>2.1 años</a:t>
                      </a:r>
                    </a:p>
                  </a:txBody>
                  <a:tcPr marL="58559" marR="58559" marT="58559" marB="58559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2400">
                          <a:effectLst/>
                        </a:rPr>
                        <a:t>3,000</a:t>
                      </a:r>
                    </a:p>
                  </a:txBody>
                  <a:tcPr marL="58559" marR="58559" marT="58559" marB="58559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2400" dirty="0">
                          <a:effectLst/>
                        </a:rPr>
                        <a:t>Bajo</a:t>
                      </a:r>
                    </a:p>
                  </a:txBody>
                  <a:tcPr marL="58559" marR="58559" marT="58559" marB="58559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35634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2981976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5AC05BB5-28F7-BDE2-9E78-117C956D24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5199" y="146630"/>
            <a:ext cx="8861601" cy="710645"/>
          </a:xfrm>
        </p:spPr>
        <p:txBody>
          <a:bodyPr>
            <a:normAutofit/>
          </a:bodyPr>
          <a:lstStyle/>
          <a:p>
            <a:pPr algn="ctr">
              <a:lnSpc>
                <a:spcPts val="3600"/>
              </a:lnSpc>
            </a:pPr>
            <a:r>
              <a:rPr lang="es-CL" b="1" noProof="0" dirty="0" err="1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Stack</a:t>
            </a:r>
            <a:r>
              <a:rPr lang="es-CL" b="1" noProof="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Tecnológico</a:t>
            </a:r>
            <a:endParaRPr lang="es-CL" noProof="0" dirty="0"/>
          </a:p>
        </p:txBody>
      </p:sp>
      <p:graphicFrame>
        <p:nvGraphicFramePr>
          <p:cNvPr id="7" name="Diagrama 6">
            <a:extLst>
              <a:ext uri="{FF2B5EF4-FFF2-40B4-BE49-F238E27FC236}">
                <a16:creationId xmlns:a16="http://schemas.microsoft.com/office/drawing/2014/main" id="{8603BFD8-F156-96EE-8129-BE9777AAEC4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9714511"/>
              </p:ext>
            </p:extLst>
          </p:nvPr>
        </p:nvGraphicFramePr>
        <p:xfrm>
          <a:off x="2032000" y="101463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821640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333B077A-8D6A-DB18-0EC7-CFC65A19ACE0}"/>
              </a:ext>
            </a:extLst>
          </p:cNvPr>
          <p:cNvSpPr txBox="1">
            <a:spLocks/>
          </p:cNvSpPr>
          <p:nvPr/>
        </p:nvSpPr>
        <p:spPr>
          <a:xfrm>
            <a:off x="1665199" y="146630"/>
            <a:ext cx="8861601" cy="710645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>
              <a:lnSpc>
                <a:spcPts val="3600"/>
              </a:lnSpc>
            </a:pPr>
            <a:r>
              <a:rPr lang="es-CL" b="1" noProof="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Arquitectura de la Solución</a:t>
            </a:r>
            <a:endParaRPr lang="es-CL" noProof="0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95B4354C-648A-673B-B0CF-A5148EFAA3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72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09587" y="1671637"/>
            <a:ext cx="11172825" cy="35147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  <a:reflection blurRad="25400" stA="20000" endPos="39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433876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1">
            <a:extLst>
              <a:ext uri="{FF2B5EF4-FFF2-40B4-BE49-F238E27FC236}">
                <a16:creationId xmlns:a16="http://schemas.microsoft.com/office/drawing/2014/main" id="{58871FF7-C68B-30DB-F178-3AA6B7DCAE1F}"/>
              </a:ext>
            </a:extLst>
          </p:cNvPr>
          <p:cNvSpPr txBox="1">
            <a:spLocks/>
          </p:cNvSpPr>
          <p:nvPr/>
        </p:nvSpPr>
        <p:spPr>
          <a:xfrm>
            <a:off x="1665199" y="146630"/>
            <a:ext cx="8861601" cy="710645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>
              <a:lnSpc>
                <a:spcPts val="3000"/>
              </a:lnSpc>
            </a:pPr>
            <a:r>
              <a:rPr lang="es-CL" b="1" noProof="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Flujo Operativo</a:t>
            </a:r>
            <a:endParaRPr lang="es-CL" noProof="0" dirty="0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43F147B2-381F-F735-E878-DCA36FDD056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0959" y="1014260"/>
            <a:ext cx="12070080" cy="2696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2100"/>
              </a:lnSpc>
              <a:buNone/>
            </a:pPr>
            <a:r>
              <a:rPr lang="es-CL" sz="2000" noProof="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El proceso completo de interacción del usuario con </a:t>
            </a:r>
            <a:r>
              <a:rPr lang="es-CL" sz="2000" noProof="0" dirty="0" err="1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SmartSwim</a:t>
            </a:r>
            <a:endParaRPr lang="es-CL" sz="2000" noProof="0" dirty="0"/>
          </a:p>
        </p:txBody>
      </p:sp>
      <p:pic>
        <p:nvPicPr>
          <p:cNvPr id="42" name="Image 2" descr="preencoded.png">
            <a:extLst>
              <a:ext uri="{FF2B5EF4-FFF2-40B4-BE49-F238E27FC236}">
                <a16:creationId xmlns:a16="http://schemas.microsoft.com/office/drawing/2014/main" id="{6F341D59-D6AD-7860-9425-F3F90973F10B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2117044"/>
            <a:ext cx="2160000" cy="2784644"/>
          </a:xfrm>
          <a:prstGeom prst="rect">
            <a:avLst/>
          </a:prstGeom>
        </p:spPr>
      </p:pic>
      <p:pic>
        <p:nvPicPr>
          <p:cNvPr id="43" name="Image 5" descr="preencoded.png">
            <a:extLst>
              <a:ext uri="{FF2B5EF4-FFF2-40B4-BE49-F238E27FC236}">
                <a16:creationId xmlns:a16="http://schemas.microsoft.com/office/drawing/2014/main" id="{2AC7780B-C34A-E998-14B7-DC2D822FB1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3336" y="2162174"/>
            <a:ext cx="246268" cy="394029"/>
          </a:xfrm>
          <a:prstGeom prst="rect">
            <a:avLst/>
          </a:prstGeom>
        </p:spPr>
      </p:pic>
      <p:pic>
        <p:nvPicPr>
          <p:cNvPr id="44" name="Image 6" descr="preencoded.png">
            <a:extLst>
              <a:ext uri="{FF2B5EF4-FFF2-40B4-BE49-F238E27FC236}">
                <a16:creationId xmlns:a16="http://schemas.microsoft.com/office/drawing/2014/main" id="{D3C0EDA4-62F8-86D0-FC91-AF5B301908F9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2600474" y="2117044"/>
            <a:ext cx="2160000" cy="2784644"/>
          </a:xfrm>
          <a:prstGeom prst="rect">
            <a:avLst/>
          </a:prstGeom>
        </p:spPr>
      </p:pic>
      <p:pic>
        <p:nvPicPr>
          <p:cNvPr id="45" name="Image 9" descr="preencoded.png">
            <a:extLst>
              <a:ext uri="{FF2B5EF4-FFF2-40B4-BE49-F238E27FC236}">
                <a16:creationId xmlns:a16="http://schemas.microsoft.com/office/drawing/2014/main" id="{A0994A3A-32B8-2A67-8578-092818C754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7953" y="2143124"/>
            <a:ext cx="246268" cy="394029"/>
          </a:xfrm>
          <a:prstGeom prst="rect">
            <a:avLst/>
          </a:prstGeom>
        </p:spPr>
      </p:pic>
      <p:pic>
        <p:nvPicPr>
          <p:cNvPr id="46" name="Image 10" descr="preencoded.png">
            <a:extLst>
              <a:ext uri="{FF2B5EF4-FFF2-40B4-BE49-F238E27FC236}">
                <a16:creationId xmlns:a16="http://schemas.microsoft.com/office/drawing/2014/main" id="{A1A531EC-95A2-3FF8-9363-8E0A43A285C9}"/>
              </a:ext>
            </a:extLst>
          </p:cNvPr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4819948" y="2117044"/>
            <a:ext cx="2160000" cy="2784644"/>
          </a:xfrm>
          <a:prstGeom prst="rect">
            <a:avLst/>
          </a:prstGeom>
        </p:spPr>
      </p:pic>
      <p:pic>
        <p:nvPicPr>
          <p:cNvPr id="47" name="Image 13" descr="preencoded.png">
            <a:extLst>
              <a:ext uri="{FF2B5EF4-FFF2-40B4-BE49-F238E27FC236}">
                <a16:creationId xmlns:a16="http://schemas.microsoft.com/office/drawing/2014/main" id="{5ABA7B2E-ABB6-34E8-CDC9-7D34BD568D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3654" y="2143124"/>
            <a:ext cx="246268" cy="394029"/>
          </a:xfrm>
          <a:prstGeom prst="rect">
            <a:avLst/>
          </a:prstGeom>
        </p:spPr>
      </p:pic>
      <p:pic>
        <p:nvPicPr>
          <p:cNvPr id="48" name="Image 14" descr="preencoded.png">
            <a:extLst>
              <a:ext uri="{FF2B5EF4-FFF2-40B4-BE49-F238E27FC236}">
                <a16:creationId xmlns:a16="http://schemas.microsoft.com/office/drawing/2014/main" id="{1A756A14-527D-EF76-5B4D-9158D56BB5FD}"/>
              </a:ext>
            </a:extLst>
          </p:cNvPr>
          <p:cNvPicPr>
            <a:picLocks/>
          </p:cNvPicPr>
          <p:nvPr/>
        </p:nvPicPr>
        <p:blipFill>
          <a:blip r:embed="rId6"/>
          <a:stretch>
            <a:fillRect/>
          </a:stretch>
        </p:blipFill>
        <p:spPr>
          <a:xfrm>
            <a:off x="7039868" y="2117044"/>
            <a:ext cx="2160000" cy="2784644"/>
          </a:xfrm>
          <a:prstGeom prst="rect">
            <a:avLst/>
          </a:prstGeom>
        </p:spPr>
      </p:pic>
      <p:pic>
        <p:nvPicPr>
          <p:cNvPr id="49" name="Image 17" descr="preencoded.png">
            <a:extLst>
              <a:ext uri="{FF2B5EF4-FFF2-40B4-BE49-F238E27FC236}">
                <a16:creationId xmlns:a16="http://schemas.microsoft.com/office/drawing/2014/main" id="{CF049DEA-4E6B-CD58-0598-CF56EFEE93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76423" y="2143124"/>
            <a:ext cx="246268" cy="394029"/>
          </a:xfrm>
          <a:prstGeom prst="rect">
            <a:avLst/>
          </a:prstGeom>
        </p:spPr>
      </p:pic>
      <p:pic>
        <p:nvPicPr>
          <p:cNvPr id="50" name="Image 18" descr="preencoded.png">
            <a:extLst>
              <a:ext uri="{FF2B5EF4-FFF2-40B4-BE49-F238E27FC236}">
                <a16:creationId xmlns:a16="http://schemas.microsoft.com/office/drawing/2014/main" id="{1E434AE0-D38A-24AA-51D0-B88BE2ED601A}"/>
              </a:ext>
            </a:extLst>
          </p:cNvPr>
          <p:cNvPicPr>
            <a:picLocks/>
          </p:cNvPicPr>
          <p:nvPr/>
        </p:nvPicPr>
        <p:blipFill>
          <a:blip r:embed="rId7"/>
          <a:stretch>
            <a:fillRect/>
          </a:stretch>
        </p:blipFill>
        <p:spPr>
          <a:xfrm>
            <a:off x="9262637" y="2117044"/>
            <a:ext cx="2160000" cy="2784644"/>
          </a:xfrm>
          <a:prstGeom prst="rect">
            <a:avLst/>
          </a:prstGeom>
        </p:spPr>
      </p:pic>
      <p:grpSp>
        <p:nvGrpSpPr>
          <p:cNvPr id="51" name="Grupo 50">
            <a:extLst>
              <a:ext uri="{FF2B5EF4-FFF2-40B4-BE49-F238E27FC236}">
                <a16:creationId xmlns:a16="http://schemas.microsoft.com/office/drawing/2014/main" id="{47408497-4077-FD31-B409-A4460764257D}"/>
              </a:ext>
            </a:extLst>
          </p:cNvPr>
          <p:cNvGrpSpPr/>
          <p:nvPr/>
        </p:nvGrpSpPr>
        <p:grpSpPr>
          <a:xfrm>
            <a:off x="1138125" y="2332322"/>
            <a:ext cx="571500" cy="571500"/>
            <a:chOff x="1080314" y="1866900"/>
            <a:chExt cx="571500" cy="571500"/>
          </a:xfrm>
        </p:grpSpPr>
        <p:pic>
          <p:nvPicPr>
            <p:cNvPr id="52" name="Image 3" descr="preencoded.png">
              <a:extLst>
                <a:ext uri="{FF2B5EF4-FFF2-40B4-BE49-F238E27FC236}">
                  <a16:creationId xmlns:a16="http://schemas.microsoft.com/office/drawing/2014/main" id="{D62E7C39-65FF-8FA3-4FC4-B8277F16649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080314" y="1866900"/>
              <a:ext cx="571500" cy="571500"/>
            </a:xfrm>
            <a:prstGeom prst="rect">
              <a:avLst/>
            </a:prstGeom>
          </p:spPr>
        </p:pic>
        <p:pic>
          <p:nvPicPr>
            <p:cNvPr id="53" name="Image 4" descr="preencoded.png">
              <a:extLst>
                <a:ext uri="{FF2B5EF4-FFF2-40B4-BE49-F238E27FC236}">
                  <a16:creationId xmlns:a16="http://schemas.microsoft.com/office/drawing/2014/main" id="{E5C01DC1-6ECD-DB59-2CBD-F71BEA449F24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223189" y="2000250"/>
              <a:ext cx="285750" cy="304800"/>
            </a:xfrm>
            <a:prstGeom prst="rect">
              <a:avLst/>
            </a:prstGeom>
          </p:spPr>
        </p:pic>
      </p:grpSp>
      <p:grpSp>
        <p:nvGrpSpPr>
          <p:cNvPr id="54" name="Grupo 53">
            <a:extLst>
              <a:ext uri="{FF2B5EF4-FFF2-40B4-BE49-F238E27FC236}">
                <a16:creationId xmlns:a16="http://schemas.microsoft.com/office/drawing/2014/main" id="{AE56C7CD-FC32-1A67-7212-A5E64733D06E}"/>
              </a:ext>
            </a:extLst>
          </p:cNvPr>
          <p:cNvGrpSpPr/>
          <p:nvPr/>
        </p:nvGrpSpPr>
        <p:grpSpPr>
          <a:xfrm>
            <a:off x="3352176" y="2322796"/>
            <a:ext cx="571500" cy="571500"/>
            <a:chOff x="3399801" y="1866900"/>
            <a:chExt cx="571500" cy="571500"/>
          </a:xfrm>
        </p:grpSpPr>
        <p:pic>
          <p:nvPicPr>
            <p:cNvPr id="55" name="Image 7" descr="preencoded.png">
              <a:extLst>
                <a:ext uri="{FF2B5EF4-FFF2-40B4-BE49-F238E27FC236}">
                  <a16:creationId xmlns:a16="http://schemas.microsoft.com/office/drawing/2014/main" id="{809E8585-A984-15FB-0244-994221F2D455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3399801" y="1866900"/>
              <a:ext cx="571500" cy="571500"/>
            </a:xfrm>
            <a:prstGeom prst="rect">
              <a:avLst/>
            </a:prstGeom>
          </p:spPr>
        </p:pic>
        <p:pic>
          <p:nvPicPr>
            <p:cNvPr id="56" name="Image 8" descr="preencoded.png">
              <a:extLst>
                <a:ext uri="{FF2B5EF4-FFF2-40B4-BE49-F238E27FC236}">
                  <a16:creationId xmlns:a16="http://schemas.microsoft.com/office/drawing/2014/main" id="{F4137172-9932-CFF5-659C-1903175DD07E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3571251" y="2000250"/>
              <a:ext cx="228600" cy="304800"/>
            </a:xfrm>
            <a:prstGeom prst="rect">
              <a:avLst/>
            </a:prstGeom>
          </p:spPr>
        </p:pic>
      </p:grpSp>
      <p:grpSp>
        <p:nvGrpSpPr>
          <p:cNvPr id="57" name="Grupo 56">
            <a:extLst>
              <a:ext uri="{FF2B5EF4-FFF2-40B4-BE49-F238E27FC236}">
                <a16:creationId xmlns:a16="http://schemas.microsoft.com/office/drawing/2014/main" id="{A5805D6E-9173-DC65-27ED-62153CA66E5A}"/>
              </a:ext>
            </a:extLst>
          </p:cNvPr>
          <p:cNvGrpSpPr/>
          <p:nvPr/>
        </p:nvGrpSpPr>
        <p:grpSpPr>
          <a:xfrm>
            <a:off x="5571305" y="2299211"/>
            <a:ext cx="571500" cy="571500"/>
            <a:chOff x="5762298" y="1866900"/>
            <a:chExt cx="571500" cy="571500"/>
          </a:xfrm>
        </p:grpSpPr>
        <p:pic>
          <p:nvPicPr>
            <p:cNvPr id="58" name="Image 11" descr="preencoded.png">
              <a:extLst>
                <a:ext uri="{FF2B5EF4-FFF2-40B4-BE49-F238E27FC236}">
                  <a16:creationId xmlns:a16="http://schemas.microsoft.com/office/drawing/2014/main" id="{E5F7B790-ACCC-A84E-802C-171C3A7DD44D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5762298" y="1866900"/>
              <a:ext cx="571500" cy="571500"/>
            </a:xfrm>
            <a:prstGeom prst="rect">
              <a:avLst/>
            </a:prstGeom>
          </p:spPr>
        </p:pic>
        <p:pic>
          <p:nvPicPr>
            <p:cNvPr id="59" name="Image 12" descr="preencoded.png">
              <a:extLst>
                <a:ext uri="{FF2B5EF4-FFF2-40B4-BE49-F238E27FC236}">
                  <a16:creationId xmlns:a16="http://schemas.microsoft.com/office/drawing/2014/main" id="{820799E3-51B8-0612-9046-62C2506138A7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5905173" y="2000250"/>
              <a:ext cx="285750" cy="304800"/>
            </a:xfrm>
            <a:prstGeom prst="rect">
              <a:avLst/>
            </a:prstGeom>
          </p:spPr>
        </p:pic>
      </p:grpSp>
      <p:grpSp>
        <p:nvGrpSpPr>
          <p:cNvPr id="60" name="Grupo 59">
            <a:extLst>
              <a:ext uri="{FF2B5EF4-FFF2-40B4-BE49-F238E27FC236}">
                <a16:creationId xmlns:a16="http://schemas.microsoft.com/office/drawing/2014/main" id="{F7540186-6EDB-7616-DE75-5C5EE7DAEBBC}"/>
              </a:ext>
            </a:extLst>
          </p:cNvPr>
          <p:cNvGrpSpPr/>
          <p:nvPr/>
        </p:nvGrpSpPr>
        <p:grpSpPr>
          <a:xfrm>
            <a:off x="7791421" y="2322796"/>
            <a:ext cx="571500" cy="571500"/>
            <a:chOff x="8216028" y="1866900"/>
            <a:chExt cx="571500" cy="571500"/>
          </a:xfrm>
        </p:grpSpPr>
        <p:pic>
          <p:nvPicPr>
            <p:cNvPr id="61" name="Image 15" descr="preencoded.png">
              <a:extLst>
                <a:ext uri="{FF2B5EF4-FFF2-40B4-BE49-F238E27FC236}">
                  <a16:creationId xmlns:a16="http://schemas.microsoft.com/office/drawing/2014/main" id="{7F0C6C96-2A44-7F18-D828-8F9956A6DB0A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8216028" y="1866900"/>
              <a:ext cx="571500" cy="571500"/>
            </a:xfrm>
            <a:prstGeom prst="rect">
              <a:avLst/>
            </a:prstGeom>
          </p:spPr>
        </p:pic>
        <p:pic>
          <p:nvPicPr>
            <p:cNvPr id="62" name="Image 16" descr="preencoded.png">
              <a:extLst>
                <a:ext uri="{FF2B5EF4-FFF2-40B4-BE49-F238E27FC236}">
                  <a16:creationId xmlns:a16="http://schemas.microsoft.com/office/drawing/2014/main" id="{9B580E24-92CA-34C4-9D01-15D9EC2C2163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8401765" y="2000250"/>
              <a:ext cx="200025" cy="304800"/>
            </a:xfrm>
            <a:prstGeom prst="rect">
              <a:avLst/>
            </a:prstGeom>
          </p:spPr>
        </p:pic>
      </p:grpSp>
      <p:grpSp>
        <p:nvGrpSpPr>
          <p:cNvPr id="63" name="Grupo 62">
            <a:extLst>
              <a:ext uri="{FF2B5EF4-FFF2-40B4-BE49-F238E27FC236}">
                <a16:creationId xmlns:a16="http://schemas.microsoft.com/office/drawing/2014/main" id="{48012790-32EF-B5C7-36DA-072F81AC3E63}"/>
              </a:ext>
            </a:extLst>
          </p:cNvPr>
          <p:cNvGrpSpPr/>
          <p:nvPr/>
        </p:nvGrpSpPr>
        <p:grpSpPr>
          <a:xfrm>
            <a:off x="10031157" y="2322796"/>
            <a:ext cx="571500" cy="571500"/>
            <a:chOff x="10743427" y="1866900"/>
            <a:chExt cx="571500" cy="571500"/>
          </a:xfrm>
        </p:grpSpPr>
        <p:pic>
          <p:nvPicPr>
            <p:cNvPr id="64" name="Image 19" descr="preencoded.png">
              <a:extLst>
                <a:ext uri="{FF2B5EF4-FFF2-40B4-BE49-F238E27FC236}">
                  <a16:creationId xmlns:a16="http://schemas.microsoft.com/office/drawing/2014/main" id="{07A3ABEE-9FF4-C1BA-D9C0-9468350D1B0C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10743427" y="1866900"/>
              <a:ext cx="571500" cy="571500"/>
            </a:xfrm>
            <a:prstGeom prst="rect">
              <a:avLst/>
            </a:prstGeom>
          </p:spPr>
        </p:pic>
        <p:pic>
          <p:nvPicPr>
            <p:cNvPr id="65" name="Image 20" descr="preencoded.png">
              <a:extLst>
                <a:ext uri="{FF2B5EF4-FFF2-40B4-BE49-F238E27FC236}">
                  <a16:creationId xmlns:a16="http://schemas.microsoft.com/office/drawing/2014/main" id="{9CE1F9C3-32E5-31F3-CD1A-8160944D68D7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10914877" y="2000250"/>
              <a:ext cx="228600" cy="304800"/>
            </a:xfrm>
            <a:prstGeom prst="rect">
              <a:avLst/>
            </a:prstGeom>
          </p:spPr>
        </p:pic>
      </p:grpSp>
      <p:sp>
        <p:nvSpPr>
          <p:cNvPr id="66" name="Text 2">
            <a:extLst>
              <a:ext uri="{FF2B5EF4-FFF2-40B4-BE49-F238E27FC236}">
                <a16:creationId xmlns:a16="http://schemas.microsoft.com/office/drawing/2014/main" id="{BD110F32-5A58-31E2-E325-5B1D70C6F0D8}"/>
              </a:ext>
            </a:extLst>
          </p:cNvPr>
          <p:cNvSpPr/>
          <p:nvPr/>
        </p:nvSpPr>
        <p:spPr>
          <a:xfrm>
            <a:off x="388619" y="3028950"/>
            <a:ext cx="2148639" cy="4616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800"/>
              </a:lnSpc>
              <a:buNone/>
            </a:pPr>
            <a:r>
              <a:rPr lang="es-CL" sz="1600" b="1" noProof="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Registro e Inicio de Sesión</a:t>
            </a:r>
            <a:endParaRPr lang="es-CL" sz="1600" noProof="0" dirty="0"/>
          </a:p>
        </p:txBody>
      </p:sp>
      <p:sp>
        <p:nvSpPr>
          <p:cNvPr id="67" name="Text 3">
            <a:extLst>
              <a:ext uri="{FF2B5EF4-FFF2-40B4-BE49-F238E27FC236}">
                <a16:creationId xmlns:a16="http://schemas.microsoft.com/office/drawing/2014/main" id="{71AEE6F7-9686-1E9A-7DE1-42CB7A2ABC3B}"/>
              </a:ext>
            </a:extLst>
          </p:cNvPr>
          <p:cNvSpPr/>
          <p:nvPr/>
        </p:nvSpPr>
        <p:spPr>
          <a:xfrm>
            <a:off x="377257" y="3698482"/>
            <a:ext cx="2148640" cy="577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s-CL" sz="1400" noProof="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Usuarios se registran o inician sesión con </a:t>
            </a:r>
            <a:r>
              <a:rPr lang="es-CL" sz="1400" noProof="0" dirty="0" err="1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Supabase</a:t>
            </a:r>
            <a:r>
              <a:rPr lang="es-CL" sz="1400" noProof="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</a:t>
            </a:r>
            <a:r>
              <a:rPr lang="es-CL" sz="1400" noProof="0" dirty="0" err="1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Auth</a:t>
            </a:r>
            <a:endParaRPr lang="es-CL" sz="1400" noProof="0" dirty="0"/>
          </a:p>
        </p:txBody>
      </p:sp>
      <p:sp>
        <p:nvSpPr>
          <p:cNvPr id="68" name="Text 4">
            <a:extLst>
              <a:ext uri="{FF2B5EF4-FFF2-40B4-BE49-F238E27FC236}">
                <a16:creationId xmlns:a16="http://schemas.microsoft.com/office/drawing/2014/main" id="{EA483A22-C635-A314-AE5B-376A0C9345B5}"/>
              </a:ext>
            </a:extLst>
          </p:cNvPr>
          <p:cNvSpPr/>
          <p:nvPr/>
        </p:nvSpPr>
        <p:spPr>
          <a:xfrm>
            <a:off x="2600473" y="3028951"/>
            <a:ext cx="2116963" cy="2308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800"/>
              </a:lnSpc>
              <a:buNone/>
            </a:pPr>
            <a:r>
              <a:rPr lang="es-CL" sz="1600" b="1" noProof="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Metas y Cuestionario</a:t>
            </a:r>
            <a:endParaRPr lang="es-CL" sz="1600" noProof="0" dirty="0"/>
          </a:p>
        </p:txBody>
      </p:sp>
      <p:sp>
        <p:nvSpPr>
          <p:cNvPr id="69" name="Text 5">
            <a:extLst>
              <a:ext uri="{FF2B5EF4-FFF2-40B4-BE49-F238E27FC236}">
                <a16:creationId xmlns:a16="http://schemas.microsoft.com/office/drawing/2014/main" id="{199023C3-E2A1-BC6D-FF3C-5308B0690ED5}"/>
              </a:ext>
            </a:extLst>
          </p:cNvPr>
          <p:cNvSpPr/>
          <p:nvPr/>
        </p:nvSpPr>
        <p:spPr>
          <a:xfrm>
            <a:off x="2600115" y="3702616"/>
            <a:ext cx="2135948" cy="5831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s-CL" sz="1400" noProof="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Completar cuestionario inicial y definir metas de entrenamiento</a:t>
            </a:r>
            <a:endParaRPr lang="es-CL" sz="1400" noProof="0" dirty="0"/>
          </a:p>
        </p:txBody>
      </p:sp>
      <p:sp>
        <p:nvSpPr>
          <p:cNvPr id="70" name="Text 6">
            <a:extLst>
              <a:ext uri="{FF2B5EF4-FFF2-40B4-BE49-F238E27FC236}">
                <a16:creationId xmlns:a16="http://schemas.microsoft.com/office/drawing/2014/main" id="{9A2BD355-4AA4-A618-4371-9DD083650300}"/>
              </a:ext>
            </a:extLst>
          </p:cNvPr>
          <p:cNvSpPr/>
          <p:nvPr/>
        </p:nvSpPr>
        <p:spPr>
          <a:xfrm>
            <a:off x="4819947" y="3014890"/>
            <a:ext cx="2108623" cy="2308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800"/>
              </a:lnSpc>
              <a:buNone/>
            </a:pPr>
            <a:r>
              <a:rPr lang="es-CL" sz="1600" b="1" noProof="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Generación con IA</a:t>
            </a:r>
            <a:endParaRPr lang="es-CL" sz="1600" noProof="0" dirty="0"/>
          </a:p>
        </p:txBody>
      </p:sp>
      <p:sp>
        <p:nvSpPr>
          <p:cNvPr id="71" name="Text 7">
            <a:extLst>
              <a:ext uri="{FF2B5EF4-FFF2-40B4-BE49-F238E27FC236}">
                <a16:creationId xmlns:a16="http://schemas.microsoft.com/office/drawing/2014/main" id="{819ACBBD-2265-512D-6BFF-B69BB9961AA6}"/>
              </a:ext>
            </a:extLst>
          </p:cNvPr>
          <p:cNvSpPr/>
          <p:nvPr/>
        </p:nvSpPr>
        <p:spPr>
          <a:xfrm>
            <a:off x="4819946" y="3688555"/>
            <a:ext cx="2134137" cy="5831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s-CL" sz="1400" noProof="0" dirty="0" err="1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FastAPI</a:t>
            </a:r>
            <a:r>
              <a:rPr lang="es-CL" sz="1400" noProof="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llama a Gemma3:4B para generar plan personalizado</a:t>
            </a:r>
            <a:endParaRPr lang="es-CL" sz="1400" noProof="0" dirty="0"/>
          </a:p>
        </p:txBody>
      </p:sp>
      <p:sp>
        <p:nvSpPr>
          <p:cNvPr id="72" name="Text 8">
            <a:extLst>
              <a:ext uri="{FF2B5EF4-FFF2-40B4-BE49-F238E27FC236}">
                <a16:creationId xmlns:a16="http://schemas.microsoft.com/office/drawing/2014/main" id="{2D95A25F-777A-0885-1AAB-32F621FDBB2A}"/>
              </a:ext>
            </a:extLst>
          </p:cNvPr>
          <p:cNvSpPr/>
          <p:nvPr/>
        </p:nvSpPr>
        <p:spPr>
          <a:xfrm>
            <a:off x="7038419" y="3019425"/>
            <a:ext cx="1980835" cy="2308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800"/>
              </a:lnSpc>
              <a:buNone/>
            </a:pPr>
            <a:r>
              <a:rPr lang="es-CL" sz="1600" b="1" noProof="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Almacenamiento</a:t>
            </a:r>
            <a:endParaRPr lang="es-CL" sz="1600" noProof="0" dirty="0"/>
          </a:p>
        </p:txBody>
      </p:sp>
      <p:sp>
        <p:nvSpPr>
          <p:cNvPr id="73" name="Text 9">
            <a:extLst>
              <a:ext uri="{FF2B5EF4-FFF2-40B4-BE49-F238E27FC236}">
                <a16:creationId xmlns:a16="http://schemas.microsoft.com/office/drawing/2014/main" id="{2AEB93DD-D5B8-2313-2AC7-1CE1A0351C9F}"/>
              </a:ext>
            </a:extLst>
          </p:cNvPr>
          <p:cNvSpPr/>
          <p:nvPr/>
        </p:nvSpPr>
        <p:spPr>
          <a:xfrm>
            <a:off x="7037072" y="3702616"/>
            <a:ext cx="2150367" cy="3847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s-CL" sz="1400" noProof="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Plan validado por </a:t>
            </a:r>
            <a:r>
              <a:rPr lang="es-CL" sz="1400" noProof="0" dirty="0" err="1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FastAPI</a:t>
            </a:r>
            <a:r>
              <a:rPr lang="es-CL" sz="1400" noProof="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y almacenado en </a:t>
            </a:r>
            <a:r>
              <a:rPr lang="es-CL" sz="1400" noProof="0" dirty="0" err="1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Supabase</a:t>
            </a:r>
            <a:endParaRPr lang="es-CL" sz="1400" noProof="0" dirty="0"/>
          </a:p>
        </p:txBody>
      </p:sp>
      <p:sp>
        <p:nvSpPr>
          <p:cNvPr id="74" name="Text 10">
            <a:extLst>
              <a:ext uri="{FF2B5EF4-FFF2-40B4-BE49-F238E27FC236}">
                <a16:creationId xmlns:a16="http://schemas.microsoft.com/office/drawing/2014/main" id="{33E58E0F-8663-0E7B-F470-9621FA254CD1}"/>
              </a:ext>
            </a:extLst>
          </p:cNvPr>
          <p:cNvSpPr/>
          <p:nvPr/>
        </p:nvSpPr>
        <p:spPr>
          <a:xfrm>
            <a:off x="9274168" y="3003370"/>
            <a:ext cx="2157772" cy="2308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800"/>
              </a:lnSpc>
              <a:buNone/>
            </a:pPr>
            <a:r>
              <a:rPr lang="es-CL" sz="1600" b="1" noProof="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Visualización</a:t>
            </a:r>
            <a:endParaRPr lang="es-CL" sz="1600" noProof="0" dirty="0"/>
          </a:p>
        </p:txBody>
      </p:sp>
      <p:sp>
        <p:nvSpPr>
          <p:cNvPr id="75" name="Text 11">
            <a:extLst>
              <a:ext uri="{FF2B5EF4-FFF2-40B4-BE49-F238E27FC236}">
                <a16:creationId xmlns:a16="http://schemas.microsoft.com/office/drawing/2014/main" id="{28E40315-7D55-84F5-A17E-C8C01BB08112}"/>
              </a:ext>
            </a:extLst>
          </p:cNvPr>
          <p:cNvSpPr/>
          <p:nvPr/>
        </p:nvSpPr>
        <p:spPr>
          <a:xfrm>
            <a:off x="9266756" y="3682378"/>
            <a:ext cx="2155881" cy="5831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s-CL" sz="1400" noProof="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App móvil lee y presenta el plan; usuario registra métricas</a:t>
            </a:r>
            <a:endParaRPr lang="es-CL" sz="1400" noProof="0" dirty="0"/>
          </a:p>
        </p:txBody>
      </p:sp>
    </p:spTree>
    <p:extLst>
      <p:ext uri="{BB962C8B-B14F-4D97-AF65-F5344CB8AC3E}">
        <p14:creationId xmlns:p14="http://schemas.microsoft.com/office/powerpoint/2010/main" val="10712770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5F65CD9-825D-44BD-8681-D42D260D4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B2F64C47-BE0B-4DA4-A62F-C6922DD208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2"/>
            <a:ext cx="4125976" cy="6858002"/>
          </a:xfrm>
          <a:custGeom>
            <a:avLst/>
            <a:gdLst>
              <a:gd name="connsiteX0" fmla="*/ 4125976 w 4125976"/>
              <a:gd name="connsiteY0" fmla="*/ 0 h 6858002"/>
              <a:gd name="connsiteX1" fmla="*/ 1300393 w 4125976"/>
              <a:gd name="connsiteY1" fmla="*/ 0 h 6858002"/>
              <a:gd name="connsiteX2" fmla="*/ 1300393 w 4125976"/>
              <a:gd name="connsiteY2" fmla="*/ 2 h 6858002"/>
              <a:gd name="connsiteX3" fmla="*/ 1155520 w 4125976"/>
              <a:gd name="connsiteY3" fmla="*/ 2 h 6858002"/>
              <a:gd name="connsiteX4" fmla="*/ 1074856 w 4125976"/>
              <a:gd name="connsiteY4" fmla="*/ 88573 h 6858002"/>
              <a:gd name="connsiteX5" fmla="*/ 0 w 4125976"/>
              <a:gd name="connsiteY5" fmla="*/ 3396600 h 6858002"/>
              <a:gd name="connsiteX6" fmla="*/ 1222540 w 4125976"/>
              <a:gd name="connsiteY6" fmla="*/ 6858002 h 6858002"/>
              <a:gd name="connsiteX7" fmla="*/ 4125598 w 4125976"/>
              <a:gd name="connsiteY7" fmla="*/ 6858002 h 6858002"/>
              <a:gd name="connsiteX8" fmla="*/ 4125976 w 4125976"/>
              <a:gd name="connsiteY8" fmla="*/ 6857600 h 6858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125976" h="6858002">
                <a:moveTo>
                  <a:pt x="4125976" y="0"/>
                </a:moveTo>
                <a:lnTo>
                  <a:pt x="1300393" y="0"/>
                </a:lnTo>
                <a:lnTo>
                  <a:pt x="1300393" y="2"/>
                </a:lnTo>
                <a:lnTo>
                  <a:pt x="1155520" y="2"/>
                </a:lnTo>
                <a:lnTo>
                  <a:pt x="1074856" y="88573"/>
                </a:lnTo>
                <a:cubicBezTo>
                  <a:pt x="422987" y="841260"/>
                  <a:pt x="0" y="2042663"/>
                  <a:pt x="0" y="3396600"/>
                </a:cubicBezTo>
                <a:cubicBezTo>
                  <a:pt x="0" y="4846647"/>
                  <a:pt x="488259" y="6121285"/>
                  <a:pt x="1222540" y="6858002"/>
                </a:cubicBezTo>
                <a:cubicBezTo>
                  <a:pt x="4125598" y="6858002"/>
                  <a:pt x="4125598" y="6858002"/>
                  <a:pt x="4125598" y="6858002"/>
                </a:cubicBezTo>
                <a:lnTo>
                  <a:pt x="4125976" y="6857600"/>
                </a:lnTo>
                <a:close/>
              </a:path>
            </a:pathLst>
          </a:cu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161A027-6C41-D045-D009-B544574167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477" y="-2"/>
            <a:ext cx="3421626" cy="6646608"/>
          </a:xfrm>
        </p:spPr>
        <p:txBody>
          <a:bodyPr>
            <a:normAutofit/>
          </a:bodyPr>
          <a:lstStyle/>
          <a:p>
            <a:r>
              <a:rPr lang="es-CL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</a:rPr>
              <a:t>historias de usuario</a:t>
            </a:r>
            <a:endParaRPr lang="es-CL" dirty="0">
              <a:solidFill>
                <a:srgbClr val="FFFFFF"/>
              </a:solidFill>
            </a:endParaRPr>
          </a:p>
        </p:txBody>
      </p:sp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CAA95737-179E-E5FD-41BE-38CD57A3B3E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2238134"/>
              </p:ext>
            </p:extLst>
          </p:nvPr>
        </p:nvGraphicFramePr>
        <p:xfrm>
          <a:off x="4322619" y="1665009"/>
          <a:ext cx="7547955" cy="2413693"/>
        </p:xfrm>
        <a:graphic>
          <a:graphicData uri="http://schemas.openxmlformats.org/drawingml/2006/table">
            <a:tbl>
              <a:tblPr firstRow="1" bandRow="1"/>
              <a:tblGrid>
                <a:gridCol w="756464">
                  <a:extLst>
                    <a:ext uri="{9D8B030D-6E8A-4147-A177-3AD203B41FA5}">
                      <a16:colId xmlns:a16="http://schemas.microsoft.com/office/drawing/2014/main" val="950640822"/>
                    </a:ext>
                  </a:extLst>
                </a:gridCol>
                <a:gridCol w="1337181">
                  <a:extLst>
                    <a:ext uri="{9D8B030D-6E8A-4147-A177-3AD203B41FA5}">
                      <a16:colId xmlns:a16="http://schemas.microsoft.com/office/drawing/2014/main" val="1278434410"/>
                    </a:ext>
                  </a:extLst>
                </a:gridCol>
                <a:gridCol w="1046823">
                  <a:extLst>
                    <a:ext uri="{9D8B030D-6E8A-4147-A177-3AD203B41FA5}">
                      <a16:colId xmlns:a16="http://schemas.microsoft.com/office/drawing/2014/main" val="3816297859"/>
                    </a:ext>
                  </a:extLst>
                </a:gridCol>
                <a:gridCol w="1380658">
                  <a:extLst>
                    <a:ext uri="{9D8B030D-6E8A-4147-A177-3AD203B41FA5}">
                      <a16:colId xmlns:a16="http://schemas.microsoft.com/office/drawing/2014/main" val="252029326"/>
                    </a:ext>
                  </a:extLst>
                </a:gridCol>
                <a:gridCol w="1473820">
                  <a:extLst>
                    <a:ext uri="{9D8B030D-6E8A-4147-A177-3AD203B41FA5}">
                      <a16:colId xmlns:a16="http://schemas.microsoft.com/office/drawing/2014/main" val="3161827526"/>
                    </a:ext>
                  </a:extLst>
                </a:gridCol>
                <a:gridCol w="1553009">
                  <a:extLst>
                    <a:ext uri="{9D8B030D-6E8A-4147-A177-3AD203B41FA5}">
                      <a16:colId xmlns:a16="http://schemas.microsoft.com/office/drawing/2014/main" val="4199860258"/>
                    </a:ext>
                  </a:extLst>
                </a:gridCol>
              </a:tblGrid>
              <a:tr h="64023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1600" b="1">
                          <a:effectLst/>
                        </a:rPr>
                        <a:t>ID</a:t>
                      </a:r>
                    </a:p>
                  </a:txBody>
                  <a:tcPr marL="42403" marR="42403" marT="42403" marB="424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1600" b="1">
                          <a:effectLst/>
                        </a:rPr>
                        <a:t>Módulo</a:t>
                      </a:r>
                    </a:p>
                  </a:txBody>
                  <a:tcPr marL="42403" marR="42403" marT="42403" marB="424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1600" b="1">
                          <a:effectLst/>
                        </a:rPr>
                        <a:t>Rol</a:t>
                      </a:r>
                    </a:p>
                  </a:txBody>
                  <a:tcPr marL="42403" marR="42403" marT="42403" marB="424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1600" b="1">
                          <a:effectLst/>
                        </a:rPr>
                        <a:t>Objetivo</a:t>
                      </a:r>
                    </a:p>
                  </a:txBody>
                  <a:tcPr marL="42403" marR="42403" marT="42403" marB="424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1600" b="1">
                          <a:effectLst/>
                        </a:rPr>
                        <a:t>Beneficio</a:t>
                      </a:r>
                    </a:p>
                  </a:txBody>
                  <a:tcPr marL="42403" marR="42403" marT="42403" marB="424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1600" b="1">
                          <a:effectLst/>
                        </a:rPr>
                        <a:t>Criterios de Aceptación</a:t>
                      </a:r>
                    </a:p>
                  </a:txBody>
                  <a:tcPr marL="42403" marR="42403" marT="42403" marB="424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7534182"/>
                  </a:ext>
                </a:extLst>
              </a:tr>
              <a:tr h="88672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1600" dirty="0">
                          <a:effectLst/>
                        </a:rPr>
                        <a:t>HU-01</a:t>
                      </a:r>
                    </a:p>
                  </a:txBody>
                  <a:tcPr marL="42403" marR="42403" marT="42403" marB="424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1600" dirty="0">
                          <a:effectLst/>
                        </a:rPr>
                        <a:t>Autenticación</a:t>
                      </a:r>
                    </a:p>
                  </a:txBody>
                  <a:tcPr marL="42403" marR="42403" marT="42403" marB="424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1600">
                          <a:effectLst/>
                        </a:rPr>
                        <a:t>Nadador</a:t>
                      </a:r>
                    </a:p>
                  </a:txBody>
                  <a:tcPr marL="42403" marR="42403" marT="42403" marB="424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1600">
                          <a:effectLst/>
                        </a:rPr>
                        <a:t>Registro por correo seguro</a:t>
                      </a:r>
                    </a:p>
                  </a:txBody>
                  <a:tcPr marL="42403" marR="42403" marT="42403" marB="424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1600">
                          <a:effectLst/>
                        </a:rPr>
                        <a:t>Acceso personalizado SmartSwim</a:t>
                      </a:r>
                    </a:p>
                  </a:txBody>
                  <a:tcPr marL="42403" marR="42403" marT="42403" marB="424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MX" sz="1600">
                          <a:effectLst/>
                        </a:rPr>
                        <a:t>Validación formato y fuerza contraseña</a:t>
                      </a:r>
                    </a:p>
                  </a:txBody>
                  <a:tcPr marL="42403" marR="42403" marT="42403" marB="424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3714259"/>
                  </a:ext>
                </a:extLst>
              </a:tr>
              <a:tr h="88672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1600">
                          <a:effectLst/>
                        </a:rPr>
                        <a:t>HU-05</a:t>
                      </a:r>
                    </a:p>
                  </a:txBody>
                  <a:tcPr marL="42403" marR="42403" marT="42403" marB="424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1600">
                          <a:effectLst/>
                        </a:rPr>
                        <a:t>Generación IA</a:t>
                      </a:r>
                    </a:p>
                  </a:txBody>
                  <a:tcPr marL="42403" marR="42403" marT="42403" marB="424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1600">
                          <a:effectLst/>
                        </a:rPr>
                        <a:t>Usuario</a:t>
                      </a:r>
                    </a:p>
                  </a:txBody>
                  <a:tcPr marL="42403" marR="42403" marT="42403" marB="424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1600">
                          <a:effectLst/>
                        </a:rPr>
                        <a:t>Solicitar plan personalizado</a:t>
                      </a:r>
                    </a:p>
                  </a:txBody>
                  <a:tcPr marL="42403" marR="42403" marT="42403" marB="424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1600">
                          <a:effectLst/>
                        </a:rPr>
                        <a:t>Propuesta adaptada y validada</a:t>
                      </a:r>
                    </a:p>
                  </a:txBody>
                  <a:tcPr marL="42403" marR="42403" marT="42403" marB="424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1600" dirty="0">
                          <a:effectLst/>
                        </a:rPr>
                        <a:t>API Redis, IA Gemini-2.5-flash, </a:t>
                      </a:r>
                      <a:r>
                        <a:rPr lang="pt-BR" sz="1600" dirty="0" err="1">
                          <a:effectLst/>
                        </a:rPr>
                        <a:t>Pydantic</a:t>
                      </a:r>
                      <a:r>
                        <a:rPr lang="pt-BR" sz="1600" dirty="0">
                          <a:effectLst/>
                        </a:rPr>
                        <a:t> JSON</a:t>
                      </a:r>
                    </a:p>
                  </a:txBody>
                  <a:tcPr marL="42403" marR="42403" marT="42403" marB="42403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47914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8361971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FF5BED3-4EE4-425F-A016-C272586B88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856B4CA-4519-432C-ABFD-F2AE5D70E0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228421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2">
            <a:extLst>
              <a:ext uri="{FF2B5EF4-FFF2-40B4-BE49-F238E27FC236}">
                <a16:creationId xmlns:a16="http://schemas.microsoft.com/office/drawing/2014/main" id="{61D03B64-A2F8-4473-8457-9A6A36B67B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284214"/>
          </a:xfrm>
          <a:prstGeom prst="rect">
            <a:avLst/>
          </a:pr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01C3CE7E-C09F-4DAB-A9B8-00CB40334B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6684"/>
          <a:stretch/>
        </p:blipFill>
        <p:spPr>
          <a:xfrm>
            <a:off x="-3175" y="0"/>
            <a:ext cx="12188825" cy="2284214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93608AF9-D6E8-231B-F260-005006D732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653142"/>
            <a:ext cx="10131425" cy="1219200"/>
          </a:xfrm>
        </p:spPr>
        <p:txBody>
          <a:bodyPr>
            <a:normAutofit/>
          </a:bodyPr>
          <a:lstStyle/>
          <a:p>
            <a:pPr algn="ctr"/>
            <a:r>
              <a:rPr lang="es-CL" sz="44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</a:rPr>
              <a:t>casos de uso</a:t>
            </a:r>
            <a:endParaRPr lang="es-CL" sz="4400" dirty="0">
              <a:solidFill>
                <a:srgbClr val="FFFFFF"/>
              </a:solidFill>
            </a:endParaRPr>
          </a:p>
        </p:txBody>
      </p:sp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CCFF35DA-AB7E-65F9-6788-AD0172A93FB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74703704"/>
              </p:ext>
            </p:extLst>
          </p:nvPr>
        </p:nvGraphicFramePr>
        <p:xfrm>
          <a:off x="399011" y="2525484"/>
          <a:ext cx="11321933" cy="2977902"/>
        </p:xfrm>
        <a:graphic>
          <a:graphicData uri="http://schemas.openxmlformats.org/drawingml/2006/table">
            <a:tbl>
              <a:tblPr firstRow="1" bandRow="1"/>
              <a:tblGrid>
                <a:gridCol w="441252">
                  <a:extLst>
                    <a:ext uri="{9D8B030D-6E8A-4147-A177-3AD203B41FA5}">
                      <a16:colId xmlns:a16="http://schemas.microsoft.com/office/drawing/2014/main" val="2191743915"/>
                    </a:ext>
                  </a:extLst>
                </a:gridCol>
                <a:gridCol w="1222788">
                  <a:extLst>
                    <a:ext uri="{9D8B030D-6E8A-4147-A177-3AD203B41FA5}">
                      <a16:colId xmlns:a16="http://schemas.microsoft.com/office/drawing/2014/main" val="719993053"/>
                    </a:ext>
                  </a:extLst>
                </a:gridCol>
                <a:gridCol w="861328">
                  <a:extLst>
                    <a:ext uri="{9D8B030D-6E8A-4147-A177-3AD203B41FA5}">
                      <a16:colId xmlns:a16="http://schemas.microsoft.com/office/drawing/2014/main" val="1908463321"/>
                    </a:ext>
                  </a:extLst>
                </a:gridCol>
                <a:gridCol w="1462656">
                  <a:extLst>
                    <a:ext uri="{9D8B030D-6E8A-4147-A177-3AD203B41FA5}">
                      <a16:colId xmlns:a16="http://schemas.microsoft.com/office/drawing/2014/main" val="3527017442"/>
                    </a:ext>
                  </a:extLst>
                </a:gridCol>
                <a:gridCol w="1555396">
                  <a:extLst>
                    <a:ext uri="{9D8B030D-6E8A-4147-A177-3AD203B41FA5}">
                      <a16:colId xmlns:a16="http://schemas.microsoft.com/office/drawing/2014/main" val="752648682"/>
                    </a:ext>
                  </a:extLst>
                </a:gridCol>
                <a:gridCol w="3008598">
                  <a:extLst>
                    <a:ext uri="{9D8B030D-6E8A-4147-A177-3AD203B41FA5}">
                      <a16:colId xmlns:a16="http://schemas.microsoft.com/office/drawing/2014/main" val="2471834712"/>
                    </a:ext>
                  </a:extLst>
                </a:gridCol>
                <a:gridCol w="1293127">
                  <a:extLst>
                    <a:ext uri="{9D8B030D-6E8A-4147-A177-3AD203B41FA5}">
                      <a16:colId xmlns:a16="http://schemas.microsoft.com/office/drawing/2014/main" val="2227297494"/>
                    </a:ext>
                  </a:extLst>
                </a:gridCol>
                <a:gridCol w="1476788">
                  <a:extLst>
                    <a:ext uri="{9D8B030D-6E8A-4147-A177-3AD203B41FA5}">
                      <a16:colId xmlns:a16="http://schemas.microsoft.com/office/drawing/2014/main" val="3359449297"/>
                    </a:ext>
                  </a:extLst>
                </a:gridCol>
              </a:tblGrid>
              <a:tr h="99263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1600" b="1">
                          <a:effectLst/>
                        </a:rPr>
                        <a:t>ID</a:t>
                      </a:r>
                    </a:p>
                  </a:txBody>
                  <a:tcPr marL="34652" marR="34652" marT="34652" marB="34652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1600" b="1">
                          <a:effectLst/>
                        </a:rPr>
                        <a:t>Módulo</a:t>
                      </a:r>
                    </a:p>
                  </a:txBody>
                  <a:tcPr marL="34652" marR="34652" marT="34652" marB="34652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1600" b="1">
                          <a:effectLst/>
                        </a:rPr>
                        <a:t>Actor Principal</a:t>
                      </a:r>
                    </a:p>
                  </a:txBody>
                  <a:tcPr marL="34652" marR="34652" marT="34652" marB="34652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1600" b="1">
                          <a:effectLst/>
                        </a:rPr>
                        <a:t>Propósito</a:t>
                      </a:r>
                    </a:p>
                  </a:txBody>
                  <a:tcPr marL="34652" marR="34652" marT="34652" marB="34652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1600" b="1" dirty="0">
                          <a:effectLst/>
                        </a:rPr>
                        <a:t>Precondiciones</a:t>
                      </a:r>
                    </a:p>
                  </a:txBody>
                  <a:tcPr marL="34652" marR="34652" marT="34652" marB="34652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1600" b="1">
                          <a:effectLst/>
                        </a:rPr>
                        <a:t>Flujo Principal</a:t>
                      </a:r>
                    </a:p>
                  </a:txBody>
                  <a:tcPr marL="34652" marR="34652" marT="34652" marB="34652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1600" b="1">
                          <a:effectLst/>
                        </a:rPr>
                        <a:t>Flujo Alternativo</a:t>
                      </a:r>
                    </a:p>
                  </a:txBody>
                  <a:tcPr marL="34652" marR="34652" marT="34652" marB="34652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1600" b="1">
                          <a:effectLst/>
                        </a:rPr>
                        <a:t>Postcondición</a:t>
                      </a:r>
                    </a:p>
                  </a:txBody>
                  <a:tcPr marL="34652" marR="34652" marT="34652" marB="34652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1738050"/>
                  </a:ext>
                </a:extLst>
              </a:tr>
              <a:tr h="99263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1600">
                          <a:effectLst/>
                        </a:rPr>
                        <a:t>CU-03</a:t>
                      </a:r>
                    </a:p>
                  </a:txBody>
                  <a:tcPr marL="34652" marR="34652" marT="34652" marB="34652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1600">
                          <a:effectLst/>
                        </a:rPr>
                        <a:t>Autenticación Supabase</a:t>
                      </a:r>
                    </a:p>
                  </a:txBody>
                  <a:tcPr marL="34652" marR="34652" marT="34652" marB="34652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1600">
                          <a:effectLst/>
                        </a:rPr>
                        <a:t>Usuario</a:t>
                      </a:r>
                    </a:p>
                  </a:txBody>
                  <a:tcPr marL="34652" marR="34652" marT="34652" marB="34652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MX" sz="1600">
                          <a:effectLst/>
                        </a:rPr>
                        <a:t>Autenticar acceso seguro en la app</a:t>
                      </a:r>
                    </a:p>
                  </a:txBody>
                  <a:tcPr marL="34652" marR="34652" marT="34652" marB="34652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1600">
                          <a:effectLst/>
                        </a:rPr>
                        <a:t>Credenciales válidas</a:t>
                      </a:r>
                    </a:p>
                  </a:txBody>
                  <a:tcPr marL="34652" marR="34652" marT="34652" marB="34652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1600">
                          <a:effectLst/>
                        </a:rPr>
                        <a:t>Email/contraseña → Supabase Auth → retorna JWT → local → requests</a:t>
                      </a:r>
                    </a:p>
                  </a:txBody>
                  <a:tcPr marL="34652" marR="34652" marT="34652" marB="34652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1600">
                          <a:effectLst/>
                        </a:rPr>
                        <a:t>Falla: error, recuperación</a:t>
                      </a:r>
                    </a:p>
                  </a:txBody>
                  <a:tcPr marL="34652" marR="34652" marT="34652" marB="34652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1600" dirty="0">
                          <a:effectLst/>
                        </a:rPr>
                        <a:t>Usuario autenticado, JWT válido</a:t>
                      </a:r>
                    </a:p>
                  </a:txBody>
                  <a:tcPr marL="34652" marR="34652" marT="34652" marB="34652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1230878"/>
                  </a:ext>
                </a:extLst>
              </a:tr>
              <a:tr h="99263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1600">
                          <a:effectLst/>
                        </a:rPr>
                        <a:t>CU-05</a:t>
                      </a:r>
                    </a:p>
                  </a:txBody>
                  <a:tcPr marL="34652" marR="34652" marT="34652" marB="34652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1600">
                          <a:effectLst/>
                        </a:rPr>
                        <a:t>Generación de Planes IA</a:t>
                      </a:r>
                    </a:p>
                  </a:txBody>
                  <a:tcPr marL="34652" marR="34652" marT="34652" marB="34652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1600">
                          <a:effectLst/>
                        </a:rPr>
                        <a:t>Usuario</a:t>
                      </a:r>
                    </a:p>
                  </a:txBody>
                  <a:tcPr marL="34652" marR="34652" marT="34652" marB="34652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MX" sz="1600">
                          <a:effectLst/>
                        </a:rPr>
                        <a:t>Solicitar plan personalizado con IA</a:t>
                      </a:r>
                    </a:p>
                  </a:txBody>
                  <a:tcPr marL="34652" marR="34652" marT="34652" marB="34652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1600">
                          <a:effectLst/>
                        </a:rPr>
                        <a:t>Meta activa registrada</a:t>
                      </a:r>
                    </a:p>
                  </a:txBody>
                  <a:tcPr marL="34652" marR="34652" marT="34652" marB="34652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MX" sz="1600">
                          <a:effectLst/>
                        </a:rPr>
                        <a:t>Solicitud → Tarea Redis → IA Ollama → Validación → Almacenamiento</a:t>
                      </a:r>
                    </a:p>
                  </a:txBody>
                  <a:tcPr marL="34652" marR="34652" marT="34652" marB="34652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1600">
                          <a:effectLst/>
                        </a:rPr>
                        <a:t>Reintentos si IA falla</a:t>
                      </a:r>
                    </a:p>
                  </a:txBody>
                  <a:tcPr marL="34652" marR="34652" marT="34652" marB="34652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1600" dirty="0">
                          <a:effectLst/>
                        </a:rPr>
                        <a:t>Plan generado y vinculado</a:t>
                      </a:r>
                    </a:p>
                  </a:txBody>
                  <a:tcPr marL="34652" marR="34652" marT="34652" marB="34652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34847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0216651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82A336A-D0E1-EE46-A4AB-156F9BBC52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pantallazos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5E2BCB8-9AA0-DADB-2D7B-4442FBDC3A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863058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81098C-2B83-8855-B3DB-6820D09EC7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MX" b="1" dirty="0"/>
              <a:t>Conclusión</a:t>
            </a:r>
            <a:endParaRPr lang="es-CL" b="1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D0C050D-263D-A28F-101A-055100C239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25709402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TM03457452[[fn=Celestial]]</Template>
  <TotalTime>275</TotalTime>
  <Words>521</Words>
  <Application>Microsoft Office PowerPoint</Application>
  <PresentationFormat>Panorámica</PresentationFormat>
  <Paragraphs>151</Paragraphs>
  <Slides>15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20" baseType="lpstr">
      <vt:lpstr>Arial</vt:lpstr>
      <vt:lpstr>Calibri</vt:lpstr>
      <vt:lpstr>Calibri Light</vt:lpstr>
      <vt:lpstr>ui-sans-serif</vt:lpstr>
      <vt:lpstr>Celestial</vt:lpstr>
      <vt:lpstr>Primera presentación CAPSTONE </vt:lpstr>
      <vt:lpstr>Concepto Smart-Coach</vt:lpstr>
      <vt:lpstr>Smart - swim</vt:lpstr>
      <vt:lpstr>Análisis foda</vt:lpstr>
      <vt:lpstr>Análisis foda</vt:lpstr>
      <vt:lpstr>Análisis foda</vt:lpstr>
      <vt:lpstr>Factibilidad y análisis económico</vt:lpstr>
      <vt:lpstr>Comparativa de inversión y mejora </vt:lpstr>
      <vt:lpstr>Stack Tecnológico</vt:lpstr>
      <vt:lpstr>Presentación de PowerPoint</vt:lpstr>
      <vt:lpstr>Presentación de PowerPoint</vt:lpstr>
      <vt:lpstr>historias de usuario</vt:lpstr>
      <vt:lpstr>casos de uso</vt:lpstr>
      <vt:lpstr>pantallazos</vt:lpstr>
      <vt:lpstr>Conclusión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Patricio Lagos</dc:creator>
  <cp:lastModifiedBy>JORGE . MERINO MERINO</cp:lastModifiedBy>
  <cp:revision>15</cp:revision>
  <dcterms:created xsi:type="dcterms:W3CDTF">2025-09-15T00:50:22Z</dcterms:created>
  <dcterms:modified xsi:type="dcterms:W3CDTF">2025-10-14T02:45:04Z</dcterms:modified>
</cp:coreProperties>
</file>