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29"/>
  </p:notesMasterIdLst>
  <p:sldIdLst>
    <p:sldId id="256" r:id="rId2"/>
    <p:sldId id="272" r:id="rId3"/>
    <p:sldId id="273" r:id="rId4"/>
    <p:sldId id="281" r:id="rId5"/>
    <p:sldId id="282" r:id="rId6"/>
    <p:sldId id="274" r:id="rId7"/>
    <p:sldId id="275" r:id="rId8"/>
    <p:sldId id="276" r:id="rId9"/>
    <p:sldId id="277" r:id="rId10"/>
    <p:sldId id="278" r:id="rId11"/>
    <p:sldId id="285" r:id="rId12"/>
    <p:sldId id="279" r:id="rId13"/>
    <p:sldId id="263" r:id="rId14"/>
    <p:sldId id="287" r:id="rId15"/>
    <p:sldId id="283" r:id="rId16"/>
    <p:sldId id="286" r:id="rId17"/>
    <p:sldId id="284" r:id="rId18"/>
    <p:sldId id="280" r:id="rId19"/>
    <p:sldId id="266" r:id="rId20"/>
    <p:sldId id="267" r:id="rId21"/>
    <p:sldId id="268" r:id="rId22"/>
    <p:sldId id="269" r:id="rId23"/>
    <p:sldId id="289" r:id="rId24"/>
    <p:sldId id="288" r:id="rId25"/>
    <p:sldId id="290" r:id="rId26"/>
    <p:sldId id="291" r:id="rId27"/>
    <p:sldId id="271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nCIHv72D/gtPiQPWZPFWLJc7M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5571FF-6241-4D92-8A2D-140817A06EC1}">
  <a:tblStyle styleId="{935571FF-6241-4D92-8A2D-140817A06EC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BB063E-B096-4F24-920D-EEAB28EC96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1E469A-0326-46EA-97D5-53A64FD90EDD}">
      <dgm:prSet/>
      <dgm:spPr/>
      <dgm:t>
        <a:bodyPr/>
        <a:lstStyle/>
        <a:p>
          <a:r>
            <a:rPr lang="en-US" b="1" dirty="0"/>
            <a:t>¿</a:t>
          </a:r>
          <a:r>
            <a:rPr lang="en-US" b="1" dirty="0" err="1"/>
            <a:t>Qué</a:t>
          </a:r>
          <a:r>
            <a:rPr lang="en-US" b="1" dirty="0"/>
            <a:t> es </a:t>
          </a:r>
          <a:r>
            <a:rPr lang="en-US" b="1" dirty="0" err="1"/>
            <a:t>SmartSwim</a:t>
          </a:r>
          <a:r>
            <a:rPr lang="en-US" b="1" dirty="0"/>
            <a:t>?</a:t>
          </a:r>
          <a:br>
            <a:rPr lang="en-US" dirty="0"/>
          </a:br>
          <a:r>
            <a:rPr lang="en-US" dirty="0" err="1"/>
            <a:t>Aplicación</a:t>
          </a:r>
          <a:r>
            <a:rPr lang="en-US" dirty="0"/>
            <a:t> </a:t>
          </a:r>
          <a:r>
            <a:rPr lang="en-US" dirty="0" err="1"/>
            <a:t>móvil</a:t>
          </a:r>
          <a:r>
            <a:rPr lang="en-US" dirty="0"/>
            <a:t> (Expo React Native) </a:t>
          </a:r>
          <a:r>
            <a:rPr lang="en-US" dirty="0" err="1"/>
            <a:t>que</a:t>
          </a:r>
          <a:r>
            <a:rPr lang="en-US" dirty="0"/>
            <a:t> genera </a:t>
          </a:r>
          <a:r>
            <a:rPr lang="en-US" b="1" dirty="0"/>
            <a:t>planes de </a:t>
          </a:r>
          <a:r>
            <a:rPr lang="en-US" b="1" dirty="0" err="1"/>
            <a:t>entrenamiento</a:t>
          </a:r>
          <a:r>
            <a:rPr lang="en-US" b="1" dirty="0"/>
            <a:t> de </a:t>
          </a:r>
          <a:r>
            <a:rPr lang="en-US" b="1" dirty="0" err="1"/>
            <a:t>natación</a:t>
          </a:r>
          <a:r>
            <a:rPr lang="en-US" b="1" dirty="0"/>
            <a:t> </a:t>
          </a:r>
          <a:r>
            <a:rPr lang="en-US" b="1" dirty="0" err="1"/>
            <a:t>personalizados</a:t>
          </a:r>
          <a:r>
            <a:rPr lang="en-US" dirty="0"/>
            <a:t> con IA y </a:t>
          </a:r>
          <a:r>
            <a:rPr lang="en-US" dirty="0" err="1"/>
            <a:t>permite</a:t>
          </a:r>
          <a:r>
            <a:rPr lang="en-US" dirty="0"/>
            <a:t> </a:t>
          </a:r>
          <a:r>
            <a:rPr lang="en-US" b="1" dirty="0" err="1"/>
            <a:t>seguimiento</a:t>
          </a:r>
          <a:r>
            <a:rPr lang="en-US" b="1" dirty="0"/>
            <a:t> del </a:t>
          </a:r>
          <a:r>
            <a:rPr lang="en-US" b="1" dirty="0" err="1"/>
            <a:t>progreso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tiempo</a:t>
          </a:r>
          <a:r>
            <a:rPr lang="en-US" dirty="0"/>
            <a:t> real.</a:t>
          </a:r>
        </a:p>
      </dgm:t>
    </dgm:pt>
    <dgm:pt modelId="{249DC417-7349-4B3F-AD6C-849745F44E7A}" type="parTrans" cxnId="{D950B3A7-D1A1-4DD6-98BB-C86DC0B612B1}">
      <dgm:prSet/>
      <dgm:spPr/>
      <dgm:t>
        <a:bodyPr/>
        <a:lstStyle/>
        <a:p>
          <a:endParaRPr lang="en-US"/>
        </a:p>
      </dgm:t>
    </dgm:pt>
    <dgm:pt modelId="{24B6F99E-C4E9-4181-9C5F-3DDD66A136AF}" type="sibTrans" cxnId="{D950B3A7-D1A1-4DD6-98BB-C86DC0B612B1}">
      <dgm:prSet/>
      <dgm:spPr/>
      <dgm:t>
        <a:bodyPr/>
        <a:lstStyle/>
        <a:p>
          <a:endParaRPr lang="en-US"/>
        </a:p>
      </dgm:t>
    </dgm:pt>
    <dgm:pt modelId="{27752A7A-3067-4FBE-9FF4-22ED937A52E2}">
      <dgm:prSet/>
      <dgm:spPr/>
      <dgm:t>
        <a:bodyPr/>
        <a:lstStyle/>
        <a:p>
          <a:r>
            <a:rPr lang="en-US" b="1" dirty="0"/>
            <a:t>Misión / </a:t>
          </a:r>
          <a:r>
            <a:rPr lang="en-US" b="1" dirty="0" err="1"/>
            <a:t>Propósito</a:t>
          </a:r>
          <a:br>
            <a:rPr lang="en-US" dirty="0"/>
          </a:br>
          <a:r>
            <a:rPr lang="en-US" dirty="0" err="1"/>
            <a:t>Democratizar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acceso</a:t>
          </a:r>
          <a:r>
            <a:rPr lang="en-US" dirty="0"/>
            <a:t> a </a:t>
          </a:r>
          <a:r>
            <a:rPr lang="en-US" dirty="0" err="1"/>
            <a:t>entrenamiento</a:t>
          </a:r>
          <a:r>
            <a:rPr lang="en-US" dirty="0"/>
            <a:t> </a:t>
          </a:r>
          <a:r>
            <a:rPr lang="en-US" dirty="0" err="1"/>
            <a:t>especializado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Chile e </a:t>
          </a:r>
          <a:r>
            <a:rPr lang="en-US" dirty="0" err="1"/>
            <a:t>Hispanoamérica</a:t>
          </a:r>
          <a:r>
            <a:rPr lang="en-US" dirty="0"/>
            <a:t>, </a:t>
          </a:r>
          <a:r>
            <a:rPr lang="en-US" dirty="0" err="1"/>
            <a:t>priorizando</a:t>
          </a:r>
          <a:r>
            <a:rPr lang="en-US" dirty="0"/>
            <a:t> </a:t>
          </a:r>
          <a:r>
            <a:rPr lang="en-US" b="1" dirty="0" err="1"/>
            <a:t>seguridad</a:t>
          </a:r>
          <a:r>
            <a:rPr lang="en-US" dirty="0"/>
            <a:t>, </a:t>
          </a:r>
          <a:r>
            <a:rPr lang="en-US" b="1" dirty="0" err="1"/>
            <a:t>claridad</a:t>
          </a:r>
          <a:r>
            <a:rPr lang="en-US" dirty="0"/>
            <a:t> y </a:t>
          </a:r>
          <a:r>
            <a:rPr lang="en-US" b="1" dirty="0" err="1"/>
            <a:t>continuidad</a:t>
          </a:r>
          <a:r>
            <a:rPr lang="en-US" dirty="0"/>
            <a:t> del plan.</a:t>
          </a:r>
        </a:p>
      </dgm:t>
    </dgm:pt>
    <dgm:pt modelId="{847415C2-DDC9-42A1-AB19-7BF47712A14E}" type="parTrans" cxnId="{60CE52EC-CE84-4098-80A0-F44F7813C863}">
      <dgm:prSet/>
      <dgm:spPr/>
      <dgm:t>
        <a:bodyPr/>
        <a:lstStyle/>
        <a:p>
          <a:endParaRPr lang="en-US"/>
        </a:p>
      </dgm:t>
    </dgm:pt>
    <dgm:pt modelId="{BBBDC99E-443E-4C43-940E-9324C7F918D5}" type="sibTrans" cxnId="{60CE52EC-CE84-4098-80A0-F44F7813C863}">
      <dgm:prSet/>
      <dgm:spPr/>
      <dgm:t>
        <a:bodyPr/>
        <a:lstStyle/>
        <a:p>
          <a:endParaRPr lang="en-US"/>
        </a:p>
      </dgm:t>
    </dgm:pt>
    <dgm:pt modelId="{19BD66E1-7995-4939-99C2-62FC0B4077FF}" type="pres">
      <dgm:prSet presAssocID="{A6BB063E-B096-4F24-920D-EEAB28EC968C}" presName="root" presStyleCnt="0">
        <dgm:presLayoutVars>
          <dgm:dir/>
          <dgm:resizeHandles val="exact"/>
        </dgm:presLayoutVars>
      </dgm:prSet>
      <dgm:spPr/>
    </dgm:pt>
    <dgm:pt modelId="{97B5EB6A-B461-45B8-83A2-86C532C65B82}" type="pres">
      <dgm:prSet presAssocID="{E61E469A-0326-46EA-97D5-53A64FD90EDD}" presName="compNode" presStyleCnt="0"/>
      <dgm:spPr/>
    </dgm:pt>
    <dgm:pt modelId="{48C1C9E5-9F7B-4FC2-ABF2-48E847AAF341}" type="pres">
      <dgm:prSet presAssocID="{E61E469A-0326-46EA-97D5-53A64FD90EDD}" presName="bgRect" presStyleLbl="bgShp" presStyleIdx="0" presStyleCnt="2"/>
      <dgm:spPr/>
    </dgm:pt>
    <dgm:pt modelId="{6F4DBE82-4DAF-4089-989B-FB5C35F34857}" type="pres">
      <dgm:prSet presAssocID="{E61E469A-0326-46EA-97D5-53A64FD90ED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E779FE2-79FA-4995-B50A-6686B78A48E4}" type="pres">
      <dgm:prSet presAssocID="{E61E469A-0326-46EA-97D5-53A64FD90EDD}" presName="spaceRect" presStyleCnt="0"/>
      <dgm:spPr/>
    </dgm:pt>
    <dgm:pt modelId="{F7C4A0F1-D60A-41C1-9F10-AABB27D2BB59}" type="pres">
      <dgm:prSet presAssocID="{E61E469A-0326-46EA-97D5-53A64FD90EDD}" presName="parTx" presStyleLbl="revTx" presStyleIdx="0" presStyleCnt="2">
        <dgm:presLayoutVars>
          <dgm:chMax val="0"/>
          <dgm:chPref val="0"/>
        </dgm:presLayoutVars>
      </dgm:prSet>
      <dgm:spPr/>
    </dgm:pt>
    <dgm:pt modelId="{807D023E-A053-4B1C-8AF8-3DB51EAF085E}" type="pres">
      <dgm:prSet presAssocID="{24B6F99E-C4E9-4181-9C5F-3DDD66A136AF}" presName="sibTrans" presStyleCnt="0"/>
      <dgm:spPr/>
    </dgm:pt>
    <dgm:pt modelId="{C61E9D89-9EF3-422D-9B6D-9118E4DDEDAB}" type="pres">
      <dgm:prSet presAssocID="{27752A7A-3067-4FBE-9FF4-22ED937A52E2}" presName="compNode" presStyleCnt="0"/>
      <dgm:spPr/>
    </dgm:pt>
    <dgm:pt modelId="{B092449C-6745-4312-B214-840E5DCC8FDA}" type="pres">
      <dgm:prSet presAssocID="{27752A7A-3067-4FBE-9FF4-22ED937A52E2}" presName="bgRect" presStyleLbl="bgShp" presStyleIdx="1" presStyleCnt="2"/>
      <dgm:spPr/>
    </dgm:pt>
    <dgm:pt modelId="{8DBAB0E0-0E4E-4234-8E92-496BE03B77C6}" type="pres">
      <dgm:prSet presAssocID="{27752A7A-3067-4FBE-9FF4-22ED937A52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51980144-D912-48F6-B603-15480EFFC1E4}" type="pres">
      <dgm:prSet presAssocID="{27752A7A-3067-4FBE-9FF4-22ED937A52E2}" presName="spaceRect" presStyleCnt="0"/>
      <dgm:spPr/>
    </dgm:pt>
    <dgm:pt modelId="{9735074B-62CE-4289-A257-9D3FEBB0B084}" type="pres">
      <dgm:prSet presAssocID="{27752A7A-3067-4FBE-9FF4-22ED937A52E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1C3A46A-921D-4372-AF6D-4A29FA67190B}" type="presOf" srcId="{27752A7A-3067-4FBE-9FF4-22ED937A52E2}" destId="{9735074B-62CE-4289-A257-9D3FEBB0B084}" srcOrd="0" destOrd="0" presId="urn:microsoft.com/office/officeart/2018/2/layout/IconVerticalSolidList"/>
    <dgm:cxn modelId="{AEAB0E8B-C4B1-458A-9BE2-407DAC39B550}" type="presOf" srcId="{E61E469A-0326-46EA-97D5-53A64FD90EDD}" destId="{F7C4A0F1-D60A-41C1-9F10-AABB27D2BB59}" srcOrd="0" destOrd="0" presId="urn:microsoft.com/office/officeart/2018/2/layout/IconVerticalSolidList"/>
    <dgm:cxn modelId="{D950B3A7-D1A1-4DD6-98BB-C86DC0B612B1}" srcId="{A6BB063E-B096-4F24-920D-EEAB28EC968C}" destId="{E61E469A-0326-46EA-97D5-53A64FD90EDD}" srcOrd="0" destOrd="0" parTransId="{249DC417-7349-4B3F-AD6C-849745F44E7A}" sibTransId="{24B6F99E-C4E9-4181-9C5F-3DDD66A136AF}"/>
    <dgm:cxn modelId="{397425EA-0B2D-4076-A91A-90D70542DD24}" type="presOf" srcId="{A6BB063E-B096-4F24-920D-EEAB28EC968C}" destId="{19BD66E1-7995-4939-99C2-62FC0B4077FF}" srcOrd="0" destOrd="0" presId="urn:microsoft.com/office/officeart/2018/2/layout/IconVerticalSolidList"/>
    <dgm:cxn modelId="{60CE52EC-CE84-4098-80A0-F44F7813C863}" srcId="{A6BB063E-B096-4F24-920D-EEAB28EC968C}" destId="{27752A7A-3067-4FBE-9FF4-22ED937A52E2}" srcOrd="1" destOrd="0" parTransId="{847415C2-DDC9-42A1-AB19-7BF47712A14E}" sibTransId="{BBBDC99E-443E-4C43-940E-9324C7F918D5}"/>
    <dgm:cxn modelId="{64290D97-CDB0-48C9-9889-6BA52957F8C6}" type="presParOf" srcId="{19BD66E1-7995-4939-99C2-62FC0B4077FF}" destId="{97B5EB6A-B461-45B8-83A2-86C532C65B82}" srcOrd="0" destOrd="0" presId="urn:microsoft.com/office/officeart/2018/2/layout/IconVerticalSolidList"/>
    <dgm:cxn modelId="{A395E0C3-1CE6-4B99-B4FC-9308F87CE000}" type="presParOf" srcId="{97B5EB6A-B461-45B8-83A2-86C532C65B82}" destId="{48C1C9E5-9F7B-4FC2-ABF2-48E847AAF341}" srcOrd="0" destOrd="0" presId="urn:microsoft.com/office/officeart/2018/2/layout/IconVerticalSolidList"/>
    <dgm:cxn modelId="{0B3CE364-B7BC-49B5-869A-3CFBEB8E951A}" type="presParOf" srcId="{97B5EB6A-B461-45B8-83A2-86C532C65B82}" destId="{6F4DBE82-4DAF-4089-989B-FB5C35F34857}" srcOrd="1" destOrd="0" presId="urn:microsoft.com/office/officeart/2018/2/layout/IconVerticalSolidList"/>
    <dgm:cxn modelId="{A0EE2062-3EC2-4047-858A-E112CC8B3954}" type="presParOf" srcId="{97B5EB6A-B461-45B8-83A2-86C532C65B82}" destId="{2E779FE2-79FA-4995-B50A-6686B78A48E4}" srcOrd="2" destOrd="0" presId="urn:microsoft.com/office/officeart/2018/2/layout/IconVerticalSolidList"/>
    <dgm:cxn modelId="{4145F017-E81E-49D6-BB1D-504D8EE710B8}" type="presParOf" srcId="{97B5EB6A-B461-45B8-83A2-86C532C65B82}" destId="{F7C4A0F1-D60A-41C1-9F10-AABB27D2BB59}" srcOrd="3" destOrd="0" presId="urn:microsoft.com/office/officeart/2018/2/layout/IconVerticalSolidList"/>
    <dgm:cxn modelId="{C69D1EE8-7458-4557-828D-B91C20DCF026}" type="presParOf" srcId="{19BD66E1-7995-4939-99C2-62FC0B4077FF}" destId="{807D023E-A053-4B1C-8AF8-3DB51EAF085E}" srcOrd="1" destOrd="0" presId="urn:microsoft.com/office/officeart/2018/2/layout/IconVerticalSolidList"/>
    <dgm:cxn modelId="{02F604F0-186E-4729-9767-AB87DEFCA630}" type="presParOf" srcId="{19BD66E1-7995-4939-99C2-62FC0B4077FF}" destId="{C61E9D89-9EF3-422D-9B6D-9118E4DDEDAB}" srcOrd="2" destOrd="0" presId="urn:microsoft.com/office/officeart/2018/2/layout/IconVerticalSolidList"/>
    <dgm:cxn modelId="{08DE0429-5974-4246-891F-F14D2B633895}" type="presParOf" srcId="{C61E9D89-9EF3-422D-9B6D-9118E4DDEDAB}" destId="{B092449C-6745-4312-B214-840E5DCC8FDA}" srcOrd="0" destOrd="0" presId="urn:microsoft.com/office/officeart/2018/2/layout/IconVerticalSolidList"/>
    <dgm:cxn modelId="{EE26D5D2-FE63-455A-AB2A-C1FFD04CD2CB}" type="presParOf" srcId="{C61E9D89-9EF3-422D-9B6D-9118E4DDEDAB}" destId="{8DBAB0E0-0E4E-4234-8E92-496BE03B77C6}" srcOrd="1" destOrd="0" presId="urn:microsoft.com/office/officeart/2018/2/layout/IconVerticalSolidList"/>
    <dgm:cxn modelId="{A95D150A-6BFE-45B3-AF6D-111984FDE5A7}" type="presParOf" srcId="{C61E9D89-9EF3-422D-9B6D-9118E4DDEDAB}" destId="{51980144-D912-48F6-B603-15480EFFC1E4}" srcOrd="2" destOrd="0" presId="urn:microsoft.com/office/officeart/2018/2/layout/IconVerticalSolidList"/>
    <dgm:cxn modelId="{282FE39F-51F9-41F2-91F7-5D95A5EB0744}" type="presParOf" srcId="{C61E9D89-9EF3-422D-9B6D-9118E4DDEDAB}" destId="{9735074B-62CE-4289-A257-9D3FEBB0B0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43B559-257A-4DCB-B792-5BAA249E1BEE}" type="doc">
      <dgm:prSet loTypeId="urn:microsoft.com/office/officeart/2005/8/layout/vProcess5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1DCBB59-3EA8-43FC-975B-CE0AD7FF2CD7}">
      <dgm:prSet/>
      <dgm:spPr/>
      <dgm:t>
        <a:bodyPr/>
        <a:lstStyle/>
        <a:p>
          <a:r>
            <a:rPr lang="en-US" b="0" i="0" dirty="0">
              <a:solidFill>
                <a:schemeClr val="tx1"/>
              </a:solidFill>
            </a:rPr>
            <a:t>- </a:t>
          </a:r>
          <a:r>
            <a:rPr lang="en-US" b="1" i="0" dirty="0">
              <a:solidFill>
                <a:schemeClr val="tx1"/>
              </a:solidFill>
            </a:rPr>
            <a:t>Frontend:</a:t>
          </a:r>
          <a:r>
            <a:rPr lang="en-US" b="0" i="0" dirty="0">
              <a:solidFill>
                <a:schemeClr val="tx1"/>
              </a:solidFill>
            </a:rPr>
            <a:t> Expo React Native (RN 0.81.5 / React 19.1).</a:t>
          </a:r>
          <a:br>
            <a:rPr lang="en-US" b="0" i="0" dirty="0">
              <a:solidFill>
                <a:schemeClr val="tx1"/>
              </a:solidFill>
            </a:rPr>
          </a:br>
          <a:r>
            <a:rPr lang="en-US" b="0" i="0" dirty="0">
              <a:solidFill>
                <a:schemeClr val="tx1"/>
              </a:solidFill>
            </a:rPr>
            <a:t>- </a:t>
          </a:r>
          <a:r>
            <a:rPr lang="en-US" b="1" i="0" dirty="0">
              <a:solidFill>
                <a:schemeClr val="tx1"/>
              </a:solidFill>
            </a:rPr>
            <a:t>Backend y Datos:</a:t>
          </a:r>
          <a:r>
            <a:rPr lang="en-US" b="0" i="0" dirty="0">
              <a:solidFill>
                <a:schemeClr val="tx1"/>
              </a:solidFill>
            </a:rPr>
            <a:t> </a:t>
          </a:r>
          <a:r>
            <a:rPr lang="en-US" b="1" i="0" dirty="0" err="1">
              <a:solidFill>
                <a:schemeClr val="tx1"/>
              </a:solidFill>
            </a:rPr>
            <a:t>Supabase</a:t>
          </a:r>
          <a:r>
            <a:rPr lang="en-US" b="0" i="0" dirty="0">
              <a:solidFill>
                <a:schemeClr val="tx1"/>
              </a:solidFill>
            </a:rPr>
            <a:t> (PostgreSQL, RLS, triggers, RPC).</a:t>
          </a:r>
        </a:p>
      </dgm:t>
    </dgm:pt>
    <dgm:pt modelId="{9FF00727-6BE4-4464-85E7-6AE322CB1091}" type="parTrans" cxnId="{389516BA-2871-4868-825D-F0654925C6F9}">
      <dgm:prSet/>
      <dgm:spPr/>
      <dgm:t>
        <a:bodyPr/>
        <a:lstStyle/>
        <a:p>
          <a:endParaRPr lang="en-US"/>
        </a:p>
      </dgm:t>
    </dgm:pt>
    <dgm:pt modelId="{1DB3248B-4656-44FB-9F48-E15435696CE7}" type="sibTrans" cxnId="{389516BA-2871-4868-825D-F0654925C6F9}">
      <dgm:prSet/>
      <dgm:spPr/>
      <dgm:t>
        <a:bodyPr/>
        <a:lstStyle/>
        <a:p>
          <a:endParaRPr lang="en-US"/>
        </a:p>
      </dgm:t>
    </dgm:pt>
    <dgm:pt modelId="{E4FC4677-26ED-4F87-AC0E-3F0A15819C97}">
      <dgm:prSet/>
      <dgm:spPr/>
      <dgm:t>
        <a:bodyPr/>
        <a:lstStyle/>
        <a:p>
          <a:r>
            <a:rPr lang="en-US" b="0" i="0" dirty="0">
              <a:solidFill>
                <a:schemeClr val="tx1"/>
              </a:solidFill>
            </a:rPr>
            <a:t>-  </a:t>
          </a:r>
          <a:r>
            <a:rPr lang="en-US" b="1" i="0" dirty="0" err="1">
              <a:solidFill>
                <a:schemeClr val="tx1"/>
              </a:solidFill>
            </a:rPr>
            <a:t>Lógica</a:t>
          </a:r>
          <a:r>
            <a:rPr lang="en-US" b="1" i="0" dirty="0">
              <a:solidFill>
                <a:schemeClr val="tx1"/>
              </a:solidFill>
            </a:rPr>
            <a:t> de </a:t>
          </a:r>
          <a:r>
            <a:rPr lang="en-US" b="1" i="0" dirty="0" err="1">
              <a:solidFill>
                <a:schemeClr val="tx1"/>
              </a:solidFill>
            </a:rPr>
            <a:t>negocio</a:t>
          </a:r>
          <a:r>
            <a:rPr lang="en-US" b="1" i="0" dirty="0">
              <a:solidFill>
                <a:schemeClr val="tx1"/>
              </a:solidFill>
            </a:rPr>
            <a:t>:</a:t>
          </a:r>
          <a:r>
            <a:rPr lang="en-US" b="0" i="0" dirty="0">
              <a:solidFill>
                <a:schemeClr val="tx1"/>
              </a:solidFill>
            </a:rPr>
            <a:t> </a:t>
          </a:r>
          <a:r>
            <a:rPr lang="en-US" b="1" i="0" dirty="0">
              <a:solidFill>
                <a:schemeClr val="tx1"/>
              </a:solidFill>
            </a:rPr>
            <a:t>Edge Functions</a:t>
          </a:r>
          <a:r>
            <a:rPr lang="en-US" b="0" i="0" dirty="0">
              <a:solidFill>
                <a:schemeClr val="tx1"/>
              </a:solidFill>
            </a:rPr>
            <a:t> (Deno) para </a:t>
          </a:r>
          <a:r>
            <a:rPr lang="en-US" b="0" i="0" dirty="0" err="1">
              <a:solidFill>
                <a:schemeClr val="tx1"/>
              </a:solidFill>
            </a:rPr>
            <a:t>generar</a:t>
          </a:r>
          <a:r>
            <a:rPr lang="en-US" b="0" i="0" dirty="0">
              <a:solidFill>
                <a:schemeClr val="tx1"/>
              </a:solidFill>
            </a:rPr>
            <a:t>/</a:t>
          </a:r>
          <a:r>
            <a:rPr lang="en-US" b="0" i="0" dirty="0" err="1">
              <a:solidFill>
                <a:schemeClr val="tx1"/>
              </a:solidFill>
            </a:rPr>
            <a:t>guardar</a:t>
          </a:r>
          <a:r>
            <a:rPr lang="en-US" b="0" i="0" dirty="0">
              <a:solidFill>
                <a:schemeClr val="tx1"/>
              </a:solidFill>
            </a:rPr>
            <a:t> planes y registrar </a:t>
          </a:r>
          <a:r>
            <a:rPr lang="en-US" b="0" i="0" dirty="0" err="1">
              <a:solidFill>
                <a:schemeClr val="tx1"/>
              </a:solidFill>
            </a:rPr>
            <a:t>progreso</a:t>
          </a:r>
          <a:r>
            <a:rPr lang="en-US" b="0" i="0" dirty="0">
              <a:solidFill>
                <a:schemeClr val="tx1"/>
              </a:solidFill>
            </a:rPr>
            <a:t>.</a:t>
          </a:r>
        </a:p>
        <a:p>
          <a:r>
            <a:rPr lang="en-US" b="0" i="0" dirty="0">
              <a:solidFill>
                <a:schemeClr val="tx1"/>
              </a:solidFill>
            </a:rPr>
            <a:t>- </a:t>
          </a:r>
          <a:r>
            <a:rPr lang="en-US" b="1" i="0" dirty="0">
              <a:solidFill>
                <a:schemeClr val="tx1"/>
              </a:solidFill>
            </a:rPr>
            <a:t>IA:</a:t>
          </a:r>
          <a:r>
            <a:rPr lang="en-US" b="0" i="0" dirty="0">
              <a:solidFill>
                <a:schemeClr val="tx1"/>
              </a:solidFill>
            </a:rPr>
            <a:t> </a:t>
          </a:r>
          <a:r>
            <a:rPr lang="en-US" b="1" i="0" dirty="0">
              <a:solidFill>
                <a:schemeClr val="tx1"/>
              </a:solidFill>
            </a:rPr>
            <a:t>Gemini 2.5‑flash</a:t>
          </a:r>
          <a:r>
            <a:rPr lang="en-US" b="0" i="0" dirty="0">
              <a:solidFill>
                <a:schemeClr val="tx1"/>
              </a:solidFill>
            </a:rPr>
            <a:t> (primary), con </a:t>
          </a:r>
          <a:r>
            <a:rPr lang="en-US" b="0" i="0" dirty="0" err="1">
              <a:solidFill>
                <a:schemeClr val="tx1"/>
              </a:solidFill>
            </a:rPr>
            <a:t>opción</a:t>
          </a:r>
          <a:r>
            <a:rPr lang="en-US" b="0" i="0" dirty="0">
              <a:solidFill>
                <a:schemeClr val="tx1"/>
              </a:solidFill>
            </a:rPr>
            <a:t> </a:t>
          </a:r>
          <a:r>
            <a:rPr lang="en-US" b="1" i="0" dirty="0">
              <a:solidFill>
                <a:schemeClr val="tx1"/>
              </a:solidFill>
            </a:rPr>
            <a:t>2.5‑flash‑lite</a:t>
          </a:r>
          <a:r>
            <a:rPr lang="en-US" b="0" i="0" dirty="0">
              <a:solidFill>
                <a:schemeClr val="tx1"/>
              </a:solidFill>
            </a:rPr>
            <a:t> y </a:t>
          </a:r>
          <a:r>
            <a:rPr lang="en-US" b="1" i="0" dirty="0">
              <a:solidFill>
                <a:schemeClr val="tx1"/>
              </a:solidFill>
            </a:rPr>
            <a:t>fallback multi‑</a:t>
          </a:r>
          <a:r>
            <a:rPr lang="en-US" b="1" i="0" dirty="0" err="1">
              <a:solidFill>
                <a:schemeClr val="tx1"/>
              </a:solidFill>
            </a:rPr>
            <a:t>proveedor</a:t>
          </a:r>
          <a:r>
            <a:rPr lang="en-US" b="0" i="0" dirty="0"/>
            <a:t>.</a:t>
          </a:r>
          <a:endParaRPr lang="en-US" dirty="0"/>
        </a:p>
      </dgm:t>
    </dgm:pt>
    <dgm:pt modelId="{DF573D30-4A29-41BE-A145-FDC7DF28F9C7}" type="parTrans" cxnId="{283836C7-FBFE-49E3-A20C-781B44D00352}">
      <dgm:prSet/>
      <dgm:spPr/>
      <dgm:t>
        <a:bodyPr/>
        <a:lstStyle/>
        <a:p>
          <a:endParaRPr lang="en-US"/>
        </a:p>
      </dgm:t>
    </dgm:pt>
    <dgm:pt modelId="{65772E43-1C7F-4636-A8C7-FF07DA253049}" type="sibTrans" cxnId="{283836C7-FBFE-49E3-A20C-781B44D00352}">
      <dgm:prSet/>
      <dgm:spPr/>
      <dgm:t>
        <a:bodyPr/>
        <a:lstStyle/>
        <a:p>
          <a:endParaRPr lang="en-US"/>
        </a:p>
      </dgm:t>
    </dgm:pt>
    <dgm:pt modelId="{89B02098-AB2B-462E-89A4-9320DFEDD936}">
      <dgm:prSet/>
      <dgm:spPr/>
      <dgm:t>
        <a:bodyPr/>
        <a:lstStyle/>
        <a:p>
          <a:r>
            <a:rPr lang="en-US" b="0" i="0">
              <a:solidFill>
                <a:schemeClr val="tx1"/>
              </a:solidFill>
            </a:rPr>
            <a:t>- </a:t>
          </a:r>
          <a:r>
            <a:rPr lang="en-US" b="1" i="0">
              <a:solidFill>
                <a:schemeClr val="tx1"/>
              </a:solidFill>
            </a:rPr>
            <a:t>Formato estándar de plan:</a:t>
          </a:r>
          <a:r>
            <a:rPr lang="en-US" b="0" i="0">
              <a:solidFill>
                <a:schemeClr val="tx1"/>
              </a:solidFill>
            </a:rPr>
            <a:t> weeklyBlocks (meta, overview, semanas, sesiones, intensidades, duración).</a:t>
          </a:r>
          <a:endParaRPr lang="en-US">
            <a:solidFill>
              <a:schemeClr val="tx1"/>
            </a:solidFill>
          </a:endParaRPr>
        </a:p>
      </dgm:t>
    </dgm:pt>
    <dgm:pt modelId="{F1D07D93-DAFD-4435-9CC4-8D185786B2C0}" type="parTrans" cxnId="{EF043128-852D-4E76-8BBC-0A3ABEA02A71}">
      <dgm:prSet/>
      <dgm:spPr/>
      <dgm:t>
        <a:bodyPr/>
        <a:lstStyle/>
        <a:p>
          <a:endParaRPr lang="en-US"/>
        </a:p>
      </dgm:t>
    </dgm:pt>
    <dgm:pt modelId="{1936C9B1-853C-4E75-8BBA-CDDA0218B451}" type="sibTrans" cxnId="{EF043128-852D-4E76-8BBC-0A3ABEA02A71}">
      <dgm:prSet/>
      <dgm:spPr/>
      <dgm:t>
        <a:bodyPr/>
        <a:lstStyle/>
        <a:p>
          <a:endParaRPr lang="en-US"/>
        </a:p>
      </dgm:t>
    </dgm:pt>
    <dgm:pt modelId="{BD30ED5D-8BED-461A-AD65-3B4033BDD495}" type="pres">
      <dgm:prSet presAssocID="{0C43B559-257A-4DCB-B792-5BAA249E1BEE}" presName="outerComposite" presStyleCnt="0">
        <dgm:presLayoutVars>
          <dgm:chMax val="5"/>
          <dgm:dir/>
          <dgm:resizeHandles val="exact"/>
        </dgm:presLayoutVars>
      </dgm:prSet>
      <dgm:spPr/>
    </dgm:pt>
    <dgm:pt modelId="{C0C9197D-E913-4268-B0FC-6A1308CF2045}" type="pres">
      <dgm:prSet presAssocID="{0C43B559-257A-4DCB-B792-5BAA249E1BEE}" presName="dummyMaxCanvas" presStyleCnt="0">
        <dgm:presLayoutVars/>
      </dgm:prSet>
      <dgm:spPr/>
    </dgm:pt>
    <dgm:pt modelId="{0BC16040-432D-4D06-84FE-F39AD390513E}" type="pres">
      <dgm:prSet presAssocID="{0C43B559-257A-4DCB-B792-5BAA249E1BEE}" presName="ThreeNodes_1" presStyleLbl="node1" presStyleIdx="0" presStyleCnt="3">
        <dgm:presLayoutVars>
          <dgm:bulletEnabled val="1"/>
        </dgm:presLayoutVars>
      </dgm:prSet>
      <dgm:spPr/>
    </dgm:pt>
    <dgm:pt modelId="{13DE23D0-9E4A-48B6-9F01-950EA270AEF1}" type="pres">
      <dgm:prSet presAssocID="{0C43B559-257A-4DCB-B792-5BAA249E1BEE}" presName="ThreeNodes_2" presStyleLbl="node1" presStyleIdx="1" presStyleCnt="3">
        <dgm:presLayoutVars>
          <dgm:bulletEnabled val="1"/>
        </dgm:presLayoutVars>
      </dgm:prSet>
      <dgm:spPr/>
    </dgm:pt>
    <dgm:pt modelId="{DB44CC84-F4EE-4504-9B46-B50D6D4EE183}" type="pres">
      <dgm:prSet presAssocID="{0C43B559-257A-4DCB-B792-5BAA249E1BEE}" presName="ThreeNodes_3" presStyleLbl="node1" presStyleIdx="2" presStyleCnt="3" custLinFactNeighborX="0">
        <dgm:presLayoutVars>
          <dgm:bulletEnabled val="1"/>
        </dgm:presLayoutVars>
      </dgm:prSet>
      <dgm:spPr/>
    </dgm:pt>
    <dgm:pt modelId="{AECA568F-F18C-4CF7-ACAF-7231582DF39E}" type="pres">
      <dgm:prSet presAssocID="{0C43B559-257A-4DCB-B792-5BAA249E1BEE}" presName="ThreeConn_1-2" presStyleLbl="fgAccFollowNode1" presStyleIdx="0" presStyleCnt="2">
        <dgm:presLayoutVars>
          <dgm:bulletEnabled val="1"/>
        </dgm:presLayoutVars>
      </dgm:prSet>
      <dgm:spPr/>
    </dgm:pt>
    <dgm:pt modelId="{F48B287E-93DC-457F-9A29-EF55A925B36D}" type="pres">
      <dgm:prSet presAssocID="{0C43B559-257A-4DCB-B792-5BAA249E1BEE}" presName="ThreeConn_2-3" presStyleLbl="fgAccFollowNode1" presStyleIdx="1" presStyleCnt="2">
        <dgm:presLayoutVars>
          <dgm:bulletEnabled val="1"/>
        </dgm:presLayoutVars>
      </dgm:prSet>
      <dgm:spPr/>
    </dgm:pt>
    <dgm:pt modelId="{76167BC0-2F77-4257-BB30-B99BE69C64DA}" type="pres">
      <dgm:prSet presAssocID="{0C43B559-257A-4DCB-B792-5BAA249E1BEE}" presName="ThreeNodes_1_text" presStyleLbl="node1" presStyleIdx="2" presStyleCnt="3">
        <dgm:presLayoutVars>
          <dgm:bulletEnabled val="1"/>
        </dgm:presLayoutVars>
      </dgm:prSet>
      <dgm:spPr/>
    </dgm:pt>
    <dgm:pt modelId="{BDC9E712-F891-4EB9-964B-486F8C420DA9}" type="pres">
      <dgm:prSet presAssocID="{0C43B559-257A-4DCB-B792-5BAA249E1BEE}" presName="ThreeNodes_2_text" presStyleLbl="node1" presStyleIdx="2" presStyleCnt="3">
        <dgm:presLayoutVars>
          <dgm:bulletEnabled val="1"/>
        </dgm:presLayoutVars>
      </dgm:prSet>
      <dgm:spPr/>
    </dgm:pt>
    <dgm:pt modelId="{E04FB8EB-FC39-4095-9A35-059EDF9212B8}" type="pres">
      <dgm:prSet presAssocID="{0C43B559-257A-4DCB-B792-5BAA249E1BE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683CE0B-4161-42B7-8D58-46844A5D573A}" type="presOf" srcId="{0C43B559-257A-4DCB-B792-5BAA249E1BEE}" destId="{BD30ED5D-8BED-461A-AD65-3B4033BDD495}" srcOrd="0" destOrd="0" presId="urn:microsoft.com/office/officeart/2005/8/layout/vProcess5"/>
    <dgm:cxn modelId="{EF043128-852D-4E76-8BBC-0A3ABEA02A71}" srcId="{0C43B559-257A-4DCB-B792-5BAA249E1BEE}" destId="{89B02098-AB2B-462E-89A4-9320DFEDD936}" srcOrd="2" destOrd="0" parTransId="{F1D07D93-DAFD-4435-9CC4-8D185786B2C0}" sibTransId="{1936C9B1-853C-4E75-8BBA-CDDA0218B451}"/>
    <dgm:cxn modelId="{C2313E35-7E64-4270-BABE-F9FD36E388E1}" type="presOf" srcId="{C1DCBB59-3EA8-43FC-975B-CE0AD7FF2CD7}" destId="{0BC16040-432D-4D06-84FE-F39AD390513E}" srcOrd="0" destOrd="0" presId="urn:microsoft.com/office/officeart/2005/8/layout/vProcess5"/>
    <dgm:cxn modelId="{88347237-5A50-41A7-AFD9-C4CF194AE7C1}" type="presOf" srcId="{C1DCBB59-3EA8-43FC-975B-CE0AD7FF2CD7}" destId="{76167BC0-2F77-4257-BB30-B99BE69C64DA}" srcOrd="1" destOrd="0" presId="urn:microsoft.com/office/officeart/2005/8/layout/vProcess5"/>
    <dgm:cxn modelId="{95F05869-EA69-4E5C-9EAD-24E8F426C9D5}" type="presOf" srcId="{65772E43-1C7F-4636-A8C7-FF07DA253049}" destId="{F48B287E-93DC-457F-9A29-EF55A925B36D}" srcOrd="0" destOrd="0" presId="urn:microsoft.com/office/officeart/2005/8/layout/vProcess5"/>
    <dgm:cxn modelId="{F131904C-C169-416C-9C7C-0BEE202705D8}" type="presOf" srcId="{E4FC4677-26ED-4F87-AC0E-3F0A15819C97}" destId="{13DE23D0-9E4A-48B6-9F01-950EA270AEF1}" srcOrd="0" destOrd="0" presId="urn:microsoft.com/office/officeart/2005/8/layout/vProcess5"/>
    <dgm:cxn modelId="{6D8C9F74-2080-4522-8F28-67C7762EEDD7}" type="presOf" srcId="{89B02098-AB2B-462E-89A4-9320DFEDD936}" destId="{DB44CC84-F4EE-4504-9B46-B50D6D4EE183}" srcOrd="0" destOrd="0" presId="urn:microsoft.com/office/officeart/2005/8/layout/vProcess5"/>
    <dgm:cxn modelId="{465EA482-1682-453D-AA87-5EF9D33A3ECC}" type="presOf" srcId="{1DB3248B-4656-44FB-9F48-E15435696CE7}" destId="{AECA568F-F18C-4CF7-ACAF-7231582DF39E}" srcOrd="0" destOrd="0" presId="urn:microsoft.com/office/officeart/2005/8/layout/vProcess5"/>
    <dgm:cxn modelId="{A404D69A-5A33-461B-A40D-3C5F67A47484}" type="presOf" srcId="{E4FC4677-26ED-4F87-AC0E-3F0A15819C97}" destId="{BDC9E712-F891-4EB9-964B-486F8C420DA9}" srcOrd="1" destOrd="0" presId="urn:microsoft.com/office/officeart/2005/8/layout/vProcess5"/>
    <dgm:cxn modelId="{389516BA-2871-4868-825D-F0654925C6F9}" srcId="{0C43B559-257A-4DCB-B792-5BAA249E1BEE}" destId="{C1DCBB59-3EA8-43FC-975B-CE0AD7FF2CD7}" srcOrd="0" destOrd="0" parTransId="{9FF00727-6BE4-4464-85E7-6AE322CB1091}" sibTransId="{1DB3248B-4656-44FB-9F48-E15435696CE7}"/>
    <dgm:cxn modelId="{283836C7-FBFE-49E3-A20C-781B44D00352}" srcId="{0C43B559-257A-4DCB-B792-5BAA249E1BEE}" destId="{E4FC4677-26ED-4F87-AC0E-3F0A15819C97}" srcOrd="1" destOrd="0" parTransId="{DF573D30-4A29-41BE-A145-FDC7DF28F9C7}" sibTransId="{65772E43-1C7F-4636-A8C7-FF07DA253049}"/>
    <dgm:cxn modelId="{5AD6D5E7-1944-47DF-BFBD-ECA268C8B4B5}" type="presOf" srcId="{89B02098-AB2B-462E-89A4-9320DFEDD936}" destId="{E04FB8EB-FC39-4095-9A35-059EDF9212B8}" srcOrd="1" destOrd="0" presId="urn:microsoft.com/office/officeart/2005/8/layout/vProcess5"/>
    <dgm:cxn modelId="{7334E11F-862C-46F0-8E92-646F774B0EC3}" type="presParOf" srcId="{BD30ED5D-8BED-461A-AD65-3B4033BDD495}" destId="{C0C9197D-E913-4268-B0FC-6A1308CF2045}" srcOrd="0" destOrd="0" presId="urn:microsoft.com/office/officeart/2005/8/layout/vProcess5"/>
    <dgm:cxn modelId="{915C1944-6FE0-4B71-A0F7-1462D3794C62}" type="presParOf" srcId="{BD30ED5D-8BED-461A-AD65-3B4033BDD495}" destId="{0BC16040-432D-4D06-84FE-F39AD390513E}" srcOrd="1" destOrd="0" presId="urn:microsoft.com/office/officeart/2005/8/layout/vProcess5"/>
    <dgm:cxn modelId="{3FBAF734-CB33-48A7-9FB5-63FE7EB7E576}" type="presParOf" srcId="{BD30ED5D-8BED-461A-AD65-3B4033BDD495}" destId="{13DE23D0-9E4A-48B6-9F01-950EA270AEF1}" srcOrd="2" destOrd="0" presId="urn:microsoft.com/office/officeart/2005/8/layout/vProcess5"/>
    <dgm:cxn modelId="{541E4BC6-B595-4249-8DC2-911C74679720}" type="presParOf" srcId="{BD30ED5D-8BED-461A-AD65-3B4033BDD495}" destId="{DB44CC84-F4EE-4504-9B46-B50D6D4EE183}" srcOrd="3" destOrd="0" presId="urn:microsoft.com/office/officeart/2005/8/layout/vProcess5"/>
    <dgm:cxn modelId="{D6119894-9AFF-4807-817F-87DDCFDD8BBE}" type="presParOf" srcId="{BD30ED5D-8BED-461A-AD65-3B4033BDD495}" destId="{AECA568F-F18C-4CF7-ACAF-7231582DF39E}" srcOrd="4" destOrd="0" presId="urn:microsoft.com/office/officeart/2005/8/layout/vProcess5"/>
    <dgm:cxn modelId="{FE477FD4-D7ED-4350-BE48-BA11E14ACC2A}" type="presParOf" srcId="{BD30ED5D-8BED-461A-AD65-3B4033BDD495}" destId="{F48B287E-93DC-457F-9A29-EF55A925B36D}" srcOrd="5" destOrd="0" presId="urn:microsoft.com/office/officeart/2005/8/layout/vProcess5"/>
    <dgm:cxn modelId="{A41494A3-A064-4686-9AD3-2E6DE88D5996}" type="presParOf" srcId="{BD30ED5D-8BED-461A-AD65-3B4033BDD495}" destId="{76167BC0-2F77-4257-BB30-B99BE69C64DA}" srcOrd="6" destOrd="0" presId="urn:microsoft.com/office/officeart/2005/8/layout/vProcess5"/>
    <dgm:cxn modelId="{D5E81DF2-9C00-4679-A616-A9673C51D1B1}" type="presParOf" srcId="{BD30ED5D-8BED-461A-AD65-3B4033BDD495}" destId="{BDC9E712-F891-4EB9-964B-486F8C420DA9}" srcOrd="7" destOrd="0" presId="urn:microsoft.com/office/officeart/2005/8/layout/vProcess5"/>
    <dgm:cxn modelId="{95EDEB5D-CDD4-4502-954D-3C4132D7718E}" type="presParOf" srcId="{BD30ED5D-8BED-461A-AD65-3B4033BDD495}" destId="{E04FB8EB-FC39-4095-9A35-059EDF9212B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8B4DE3-2855-4EEC-A003-C20FD24A1CC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BC2697F-3BFD-4EFC-B436-ECDE441729EF}">
      <dgm:prSet custT="1"/>
      <dgm:spPr/>
      <dgm:t>
        <a:bodyPr/>
        <a:lstStyle/>
        <a:p>
          <a:pPr>
            <a:defRPr cap="all"/>
          </a:pP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Alto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costo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y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escasez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de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entrenadores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especializados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.</a:t>
          </a:r>
          <a:br>
            <a:rPr lang="en-US" sz="1300" kern="1200"/>
          </a:br>
          <a:endParaRPr lang="en-US" sz="1300" kern="1200"/>
        </a:p>
      </dgm:t>
    </dgm:pt>
    <dgm:pt modelId="{44089FDD-39D3-4A5C-A85D-BC1B347D189A}" type="parTrans" cxnId="{67A74375-10DB-48BE-B9E4-A080F9E62950}">
      <dgm:prSet/>
      <dgm:spPr/>
      <dgm:t>
        <a:bodyPr/>
        <a:lstStyle/>
        <a:p>
          <a:endParaRPr lang="en-US"/>
        </a:p>
      </dgm:t>
    </dgm:pt>
    <dgm:pt modelId="{6EAE9F8E-E37C-4A05-BC06-DF7B68FEEF54}" type="sibTrans" cxnId="{67A74375-10DB-48BE-B9E4-A080F9E62950}">
      <dgm:prSet/>
      <dgm:spPr/>
      <dgm:t>
        <a:bodyPr/>
        <a:lstStyle/>
        <a:p>
          <a:endParaRPr lang="en-US"/>
        </a:p>
      </dgm:t>
    </dgm:pt>
    <dgm:pt modelId="{B9D98746-AE07-4551-A60B-C06C82B370C3}">
      <dgm:prSet custT="1"/>
      <dgm:spPr/>
      <dgm:t>
        <a:bodyPr/>
        <a:lstStyle/>
        <a:p>
          <a:pPr>
            <a:defRPr cap="all"/>
          </a:pP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Apps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globales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con </a:t>
          </a:r>
          <a:r>
            <a:rPr lang="en-US" sz="1400" b="1" kern="1200" cap="all" err="1">
              <a:solidFill>
                <a:schemeClr val="bg1"/>
              </a:solidFill>
              <a:latin typeface="Arial"/>
              <a:ea typeface="+mn-ea"/>
              <a:cs typeface="+mn-cs"/>
            </a:rPr>
            <a:t>poca</a:t>
          </a:r>
          <a:r>
            <a:rPr lang="en-US" sz="1400" b="1" kern="1200" cap="all">
              <a:solidFill>
                <a:schemeClr val="bg1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chemeClr val="bg1"/>
              </a:solidFill>
              <a:latin typeface="Arial"/>
              <a:ea typeface="+mn-ea"/>
              <a:cs typeface="+mn-cs"/>
            </a:rPr>
            <a:t>adaptación</a:t>
          </a:r>
          <a:r>
            <a:rPr lang="en-US" sz="1400" b="1" kern="1200" cap="all">
              <a:solidFill>
                <a:schemeClr val="bg1"/>
              </a:solidFill>
              <a:latin typeface="Arial"/>
              <a:ea typeface="+mn-ea"/>
              <a:cs typeface="+mn-cs"/>
            </a:rPr>
            <a:t> local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(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idioma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/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estilo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/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mediciones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).</a:t>
          </a:r>
          <a:br>
            <a:rPr lang="en-US" sz="1200" kern="1200"/>
          </a:br>
          <a:endParaRPr lang="en-US" sz="1200" kern="1200"/>
        </a:p>
      </dgm:t>
    </dgm:pt>
    <dgm:pt modelId="{C94621C8-C520-4DF4-86E1-0A8FCC88DADD}" type="parTrans" cxnId="{0A7E51C5-87F4-44AB-98AE-15C170132D79}">
      <dgm:prSet/>
      <dgm:spPr/>
      <dgm:t>
        <a:bodyPr/>
        <a:lstStyle/>
        <a:p>
          <a:endParaRPr lang="en-US"/>
        </a:p>
      </dgm:t>
    </dgm:pt>
    <dgm:pt modelId="{1E68B7D8-2C45-4E23-9072-C99CD1508A67}" type="sibTrans" cxnId="{0A7E51C5-87F4-44AB-98AE-15C170132D79}">
      <dgm:prSet/>
      <dgm:spPr/>
      <dgm:t>
        <a:bodyPr/>
        <a:lstStyle/>
        <a:p>
          <a:endParaRPr lang="en-US"/>
        </a:p>
      </dgm:t>
    </dgm:pt>
    <dgm:pt modelId="{8CB6851C-28CF-4DEC-82CB-FDC72E493442}">
      <dgm:prSet custT="1"/>
      <dgm:spPr/>
      <dgm:t>
        <a:bodyPr/>
        <a:lstStyle/>
        <a:p>
          <a:pPr>
            <a:defRPr cap="all"/>
          </a:pP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Soluciones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genéricas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sin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seguimiento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ni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retroalimentación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continua</a:t>
          </a:r>
          <a:r>
            <a:rPr lang="en-US" sz="1100" kern="1200"/>
            <a:t>.</a:t>
          </a:r>
          <a:br>
            <a:rPr lang="en-US" sz="1100" kern="1200"/>
          </a:br>
          <a:endParaRPr lang="en-US" sz="1100" kern="1200"/>
        </a:p>
      </dgm:t>
    </dgm:pt>
    <dgm:pt modelId="{98911974-B9E6-4479-9EB8-E9ECE2549EE6}" type="parTrans" cxnId="{F3CFFEB0-D583-4124-B8D3-73FDADDA717A}">
      <dgm:prSet/>
      <dgm:spPr/>
      <dgm:t>
        <a:bodyPr/>
        <a:lstStyle/>
        <a:p>
          <a:endParaRPr lang="en-US"/>
        </a:p>
      </dgm:t>
    </dgm:pt>
    <dgm:pt modelId="{7FB83C29-E803-4150-ACE9-917F687CBB6A}" type="sibTrans" cxnId="{F3CFFEB0-D583-4124-B8D3-73FDADDA717A}">
      <dgm:prSet/>
      <dgm:spPr/>
      <dgm:t>
        <a:bodyPr/>
        <a:lstStyle/>
        <a:p>
          <a:endParaRPr lang="en-US"/>
        </a:p>
      </dgm:t>
    </dgm:pt>
    <dgm:pt modelId="{E5E1A0A7-74A7-40E5-882F-64A08762A0BB}">
      <dgm:prSet custT="1"/>
      <dgm:spPr/>
      <dgm:t>
        <a:bodyPr/>
        <a:lstStyle/>
        <a:p>
          <a:pPr>
            <a:defRPr cap="all"/>
          </a:pPr>
          <a:r>
            <a:rPr lang="en-US" sz="1400" err="1">
              <a:solidFill>
                <a:schemeClr val="bg1"/>
              </a:solidFill>
            </a:rPr>
            <a:t>Necesidad</a:t>
          </a:r>
          <a:r>
            <a:rPr lang="en-US" sz="1400">
              <a:solidFill>
                <a:schemeClr val="bg1"/>
              </a:solidFill>
            </a:rPr>
            <a:t> de </a:t>
          </a:r>
          <a:r>
            <a:rPr lang="en-US" sz="1400" err="1">
              <a:solidFill>
                <a:schemeClr val="bg1"/>
              </a:solidFill>
            </a:rPr>
            <a:t>herramientas</a:t>
          </a:r>
          <a:r>
            <a:rPr lang="en-US" sz="1400">
              <a:solidFill>
                <a:schemeClr val="bg1"/>
              </a:solidFill>
            </a:rPr>
            <a:t> </a:t>
          </a:r>
          <a:r>
            <a:rPr lang="en-US" sz="1400" b="1" err="1">
              <a:solidFill>
                <a:schemeClr val="bg1"/>
              </a:solidFill>
            </a:rPr>
            <a:t>accesibles</a:t>
          </a:r>
          <a:r>
            <a:rPr lang="en-US" sz="1400">
              <a:solidFill>
                <a:schemeClr val="bg1"/>
              </a:solidFill>
            </a:rPr>
            <a:t> para amateur/</a:t>
          </a:r>
          <a:r>
            <a:rPr lang="en-US" sz="1400" err="1">
              <a:solidFill>
                <a:schemeClr val="bg1"/>
              </a:solidFill>
            </a:rPr>
            <a:t>intermedio</a:t>
          </a:r>
          <a:r>
            <a:rPr lang="en-US" sz="1100"/>
            <a:t>.</a:t>
          </a:r>
        </a:p>
      </dgm:t>
    </dgm:pt>
    <dgm:pt modelId="{9148729A-5522-438E-B557-B0641827EDDA}" type="parTrans" cxnId="{3EF763D2-4285-43C4-B7FE-9AC6452D8EB9}">
      <dgm:prSet/>
      <dgm:spPr/>
      <dgm:t>
        <a:bodyPr/>
        <a:lstStyle/>
        <a:p>
          <a:endParaRPr lang="en-US"/>
        </a:p>
      </dgm:t>
    </dgm:pt>
    <dgm:pt modelId="{29874583-7AE5-4774-8C28-0320F56BE578}" type="sibTrans" cxnId="{3EF763D2-4285-43C4-B7FE-9AC6452D8EB9}">
      <dgm:prSet/>
      <dgm:spPr/>
      <dgm:t>
        <a:bodyPr/>
        <a:lstStyle/>
        <a:p>
          <a:endParaRPr lang="en-US"/>
        </a:p>
      </dgm:t>
    </dgm:pt>
    <dgm:pt modelId="{224B1FEB-9B30-4DE2-9E25-1BA5D8A9DF69}" type="pres">
      <dgm:prSet presAssocID="{4E8B4DE3-2855-4EEC-A003-C20FD24A1CCF}" presName="root" presStyleCnt="0">
        <dgm:presLayoutVars>
          <dgm:dir/>
          <dgm:resizeHandles val="exact"/>
        </dgm:presLayoutVars>
      </dgm:prSet>
      <dgm:spPr/>
    </dgm:pt>
    <dgm:pt modelId="{6F5A6DAC-1B84-4255-9574-B08DB2A17E16}" type="pres">
      <dgm:prSet presAssocID="{CBC2697F-3BFD-4EFC-B436-ECDE441729EF}" presName="compNode" presStyleCnt="0"/>
      <dgm:spPr/>
    </dgm:pt>
    <dgm:pt modelId="{D737C13E-2524-43A1-BE59-FBB0AB25F0AB}" type="pres">
      <dgm:prSet presAssocID="{CBC2697F-3BFD-4EFC-B436-ECDE441729EF}" presName="iconBgRect" presStyleLbl="bgShp" presStyleIdx="0" presStyleCnt="4"/>
      <dgm:spPr/>
    </dgm:pt>
    <dgm:pt modelId="{834CB158-2D7C-4D9F-A72B-430C878D541D}" type="pres">
      <dgm:prSet presAssocID="{CBC2697F-3BFD-4EFC-B436-ECDE441729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32B33CA5-E2DB-40A8-95B1-A1EFF0B94A3B}" type="pres">
      <dgm:prSet presAssocID="{CBC2697F-3BFD-4EFC-B436-ECDE441729EF}" presName="spaceRect" presStyleCnt="0"/>
      <dgm:spPr/>
    </dgm:pt>
    <dgm:pt modelId="{F66B6B10-3CC0-4DA3-AFA3-ABA0E296DB00}" type="pres">
      <dgm:prSet presAssocID="{CBC2697F-3BFD-4EFC-B436-ECDE441729EF}" presName="textRect" presStyleLbl="revTx" presStyleIdx="0" presStyleCnt="4">
        <dgm:presLayoutVars>
          <dgm:chMax val="1"/>
          <dgm:chPref val="1"/>
        </dgm:presLayoutVars>
      </dgm:prSet>
      <dgm:spPr/>
    </dgm:pt>
    <dgm:pt modelId="{68FB52BE-DAF3-4E5E-BD6F-2A82415D2E60}" type="pres">
      <dgm:prSet presAssocID="{6EAE9F8E-E37C-4A05-BC06-DF7B68FEEF54}" presName="sibTrans" presStyleCnt="0"/>
      <dgm:spPr/>
    </dgm:pt>
    <dgm:pt modelId="{B5A1B62D-E21F-42E3-B4F5-F4668DD460C3}" type="pres">
      <dgm:prSet presAssocID="{B9D98746-AE07-4551-A60B-C06C82B370C3}" presName="compNode" presStyleCnt="0"/>
      <dgm:spPr/>
    </dgm:pt>
    <dgm:pt modelId="{CAE7EDC0-92F7-40C2-AED6-E308B949FBCD}" type="pres">
      <dgm:prSet presAssocID="{B9D98746-AE07-4551-A60B-C06C82B370C3}" presName="iconBgRect" presStyleLbl="bgShp" presStyleIdx="1" presStyleCnt="4"/>
      <dgm:spPr/>
    </dgm:pt>
    <dgm:pt modelId="{4F9344F4-A666-4E39-8C9F-0292C8968289}" type="pres">
      <dgm:prSet presAssocID="{B9D98746-AE07-4551-A60B-C06C82B370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6A81C83D-3449-4C0C-94D8-72F7E814B8F9}" type="pres">
      <dgm:prSet presAssocID="{B9D98746-AE07-4551-A60B-C06C82B370C3}" presName="spaceRect" presStyleCnt="0"/>
      <dgm:spPr/>
    </dgm:pt>
    <dgm:pt modelId="{6C66D64A-D462-4B73-A16F-6BC0A1C31F5C}" type="pres">
      <dgm:prSet presAssocID="{B9D98746-AE07-4551-A60B-C06C82B370C3}" presName="textRect" presStyleLbl="revTx" presStyleIdx="1" presStyleCnt="4">
        <dgm:presLayoutVars>
          <dgm:chMax val="1"/>
          <dgm:chPref val="1"/>
        </dgm:presLayoutVars>
      </dgm:prSet>
      <dgm:spPr/>
    </dgm:pt>
    <dgm:pt modelId="{A447130B-6EB5-4232-AF49-CE0A52E4B184}" type="pres">
      <dgm:prSet presAssocID="{1E68B7D8-2C45-4E23-9072-C99CD1508A67}" presName="sibTrans" presStyleCnt="0"/>
      <dgm:spPr/>
    </dgm:pt>
    <dgm:pt modelId="{0F256595-3DA1-4334-849B-98C3B24020A2}" type="pres">
      <dgm:prSet presAssocID="{8CB6851C-28CF-4DEC-82CB-FDC72E493442}" presName="compNode" presStyleCnt="0"/>
      <dgm:spPr/>
    </dgm:pt>
    <dgm:pt modelId="{57CDD9DC-718B-4A27-8835-F5D310521073}" type="pres">
      <dgm:prSet presAssocID="{8CB6851C-28CF-4DEC-82CB-FDC72E493442}" presName="iconBgRect" presStyleLbl="bgShp" presStyleIdx="2" presStyleCnt="4"/>
      <dgm:spPr/>
    </dgm:pt>
    <dgm:pt modelId="{EC5D51B9-C8ED-49C6-8B21-47A4C1498246}" type="pres">
      <dgm:prSet presAssocID="{8CB6851C-28CF-4DEC-82CB-FDC72E4934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U-turn"/>
        </a:ext>
      </dgm:extLst>
    </dgm:pt>
    <dgm:pt modelId="{EE15DA7E-E0ED-41EA-826F-31CE75D1909B}" type="pres">
      <dgm:prSet presAssocID="{8CB6851C-28CF-4DEC-82CB-FDC72E493442}" presName="spaceRect" presStyleCnt="0"/>
      <dgm:spPr/>
    </dgm:pt>
    <dgm:pt modelId="{54D9F9E4-B7C5-4532-9468-364D56E016D6}" type="pres">
      <dgm:prSet presAssocID="{8CB6851C-28CF-4DEC-82CB-FDC72E493442}" presName="textRect" presStyleLbl="revTx" presStyleIdx="2" presStyleCnt="4">
        <dgm:presLayoutVars>
          <dgm:chMax val="1"/>
          <dgm:chPref val="1"/>
        </dgm:presLayoutVars>
      </dgm:prSet>
      <dgm:spPr/>
    </dgm:pt>
    <dgm:pt modelId="{E684C982-7522-4953-A7FF-3689BD4291AF}" type="pres">
      <dgm:prSet presAssocID="{7FB83C29-E803-4150-ACE9-917F687CBB6A}" presName="sibTrans" presStyleCnt="0"/>
      <dgm:spPr/>
    </dgm:pt>
    <dgm:pt modelId="{B6882C71-F1C3-4BFE-A6BE-2D2891CC6060}" type="pres">
      <dgm:prSet presAssocID="{E5E1A0A7-74A7-40E5-882F-64A08762A0BB}" presName="compNode" presStyleCnt="0"/>
      <dgm:spPr/>
    </dgm:pt>
    <dgm:pt modelId="{5169432F-25FB-4FC4-9FA5-85D3BEEE3544}" type="pres">
      <dgm:prSet presAssocID="{E5E1A0A7-74A7-40E5-882F-64A08762A0BB}" presName="iconBgRect" presStyleLbl="bgShp" presStyleIdx="3" presStyleCnt="4"/>
      <dgm:spPr/>
    </dgm:pt>
    <dgm:pt modelId="{F82BA713-EE8A-447F-B743-F834AE2F067D}" type="pres">
      <dgm:prSet presAssocID="{E5E1A0A7-74A7-40E5-882F-64A08762A0B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positivo USB con relleno sólido"/>
        </a:ext>
      </dgm:extLst>
    </dgm:pt>
    <dgm:pt modelId="{5A32A6A0-D45F-407B-9843-599241193868}" type="pres">
      <dgm:prSet presAssocID="{E5E1A0A7-74A7-40E5-882F-64A08762A0BB}" presName="spaceRect" presStyleCnt="0"/>
      <dgm:spPr/>
    </dgm:pt>
    <dgm:pt modelId="{69BE83CA-CC24-42F6-8C5F-D008E7438E0A}" type="pres">
      <dgm:prSet presAssocID="{E5E1A0A7-74A7-40E5-882F-64A08762A0B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BB09D14-51AC-4C8A-A22C-3860F97F6EF4}" type="presOf" srcId="{CBC2697F-3BFD-4EFC-B436-ECDE441729EF}" destId="{F66B6B10-3CC0-4DA3-AFA3-ABA0E296DB00}" srcOrd="0" destOrd="0" presId="urn:microsoft.com/office/officeart/2018/5/layout/IconCircleLabelList"/>
    <dgm:cxn modelId="{D12DCC1F-9BD6-4455-AEA9-B8BD546F9ABF}" type="presOf" srcId="{4E8B4DE3-2855-4EEC-A003-C20FD24A1CCF}" destId="{224B1FEB-9B30-4DE2-9E25-1BA5D8A9DF69}" srcOrd="0" destOrd="0" presId="urn:microsoft.com/office/officeart/2018/5/layout/IconCircleLabelList"/>
    <dgm:cxn modelId="{698BE446-0261-4D33-811B-74833B71F99C}" type="presOf" srcId="{B9D98746-AE07-4551-A60B-C06C82B370C3}" destId="{6C66D64A-D462-4B73-A16F-6BC0A1C31F5C}" srcOrd="0" destOrd="0" presId="urn:microsoft.com/office/officeart/2018/5/layout/IconCircleLabelList"/>
    <dgm:cxn modelId="{67A74375-10DB-48BE-B9E4-A080F9E62950}" srcId="{4E8B4DE3-2855-4EEC-A003-C20FD24A1CCF}" destId="{CBC2697F-3BFD-4EFC-B436-ECDE441729EF}" srcOrd="0" destOrd="0" parTransId="{44089FDD-39D3-4A5C-A85D-BC1B347D189A}" sibTransId="{6EAE9F8E-E37C-4A05-BC06-DF7B68FEEF54}"/>
    <dgm:cxn modelId="{22612D97-0018-457E-A0F0-BC4DE4B284A9}" type="presOf" srcId="{8CB6851C-28CF-4DEC-82CB-FDC72E493442}" destId="{54D9F9E4-B7C5-4532-9468-364D56E016D6}" srcOrd="0" destOrd="0" presId="urn:microsoft.com/office/officeart/2018/5/layout/IconCircleLabelList"/>
    <dgm:cxn modelId="{F3CFFEB0-D583-4124-B8D3-73FDADDA717A}" srcId="{4E8B4DE3-2855-4EEC-A003-C20FD24A1CCF}" destId="{8CB6851C-28CF-4DEC-82CB-FDC72E493442}" srcOrd="2" destOrd="0" parTransId="{98911974-B9E6-4479-9EB8-E9ECE2549EE6}" sibTransId="{7FB83C29-E803-4150-ACE9-917F687CBB6A}"/>
    <dgm:cxn modelId="{1F4CC0B3-B99A-494B-AA22-F4C048E8BD20}" type="presOf" srcId="{E5E1A0A7-74A7-40E5-882F-64A08762A0BB}" destId="{69BE83CA-CC24-42F6-8C5F-D008E7438E0A}" srcOrd="0" destOrd="0" presId="urn:microsoft.com/office/officeart/2018/5/layout/IconCircleLabelList"/>
    <dgm:cxn modelId="{0A7E51C5-87F4-44AB-98AE-15C170132D79}" srcId="{4E8B4DE3-2855-4EEC-A003-C20FD24A1CCF}" destId="{B9D98746-AE07-4551-A60B-C06C82B370C3}" srcOrd="1" destOrd="0" parTransId="{C94621C8-C520-4DF4-86E1-0A8FCC88DADD}" sibTransId="{1E68B7D8-2C45-4E23-9072-C99CD1508A67}"/>
    <dgm:cxn modelId="{3EF763D2-4285-43C4-B7FE-9AC6452D8EB9}" srcId="{4E8B4DE3-2855-4EEC-A003-C20FD24A1CCF}" destId="{E5E1A0A7-74A7-40E5-882F-64A08762A0BB}" srcOrd="3" destOrd="0" parTransId="{9148729A-5522-438E-B557-B0641827EDDA}" sibTransId="{29874583-7AE5-4774-8C28-0320F56BE578}"/>
    <dgm:cxn modelId="{7802B879-87B1-4450-9E82-9847F93AE370}" type="presParOf" srcId="{224B1FEB-9B30-4DE2-9E25-1BA5D8A9DF69}" destId="{6F5A6DAC-1B84-4255-9574-B08DB2A17E16}" srcOrd="0" destOrd="0" presId="urn:microsoft.com/office/officeart/2018/5/layout/IconCircleLabelList"/>
    <dgm:cxn modelId="{C495E790-7C0A-4021-9C1D-7CE107419173}" type="presParOf" srcId="{6F5A6DAC-1B84-4255-9574-B08DB2A17E16}" destId="{D737C13E-2524-43A1-BE59-FBB0AB25F0AB}" srcOrd="0" destOrd="0" presId="urn:microsoft.com/office/officeart/2018/5/layout/IconCircleLabelList"/>
    <dgm:cxn modelId="{830C8E2A-D383-41A5-B83E-161498502FAC}" type="presParOf" srcId="{6F5A6DAC-1B84-4255-9574-B08DB2A17E16}" destId="{834CB158-2D7C-4D9F-A72B-430C878D541D}" srcOrd="1" destOrd="0" presId="urn:microsoft.com/office/officeart/2018/5/layout/IconCircleLabelList"/>
    <dgm:cxn modelId="{30B7A68D-CBA4-402B-B9E4-8C4F6C88D94B}" type="presParOf" srcId="{6F5A6DAC-1B84-4255-9574-B08DB2A17E16}" destId="{32B33CA5-E2DB-40A8-95B1-A1EFF0B94A3B}" srcOrd="2" destOrd="0" presId="urn:microsoft.com/office/officeart/2018/5/layout/IconCircleLabelList"/>
    <dgm:cxn modelId="{5234FE6D-EF73-41C4-AB50-96924524358E}" type="presParOf" srcId="{6F5A6DAC-1B84-4255-9574-B08DB2A17E16}" destId="{F66B6B10-3CC0-4DA3-AFA3-ABA0E296DB00}" srcOrd="3" destOrd="0" presId="urn:microsoft.com/office/officeart/2018/5/layout/IconCircleLabelList"/>
    <dgm:cxn modelId="{DD415578-B23B-40A2-940A-725CC4566979}" type="presParOf" srcId="{224B1FEB-9B30-4DE2-9E25-1BA5D8A9DF69}" destId="{68FB52BE-DAF3-4E5E-BD6F-2A82415D2E60}" srcOrd="1" destOrd="0" presId="urn:microsoft.com/office/officeart/2018/5/layout/IconCircleLabelList"/>
    <dgm:cxn modelId="{96AE5FEE-719E-4793-9C7F-E234D0B78654}" type="presParOf" srcId="{224B1FEB-9B30-4DE2-9E25-1BA5D8A9DF69}" destId="{B5A1B62D-E21F-42E3-B4F5-F4668DD460C3}" srcOrd="2" destOrd="0" presId="urn:microsoft.com/office/officeart/2018/5/layout/IconCircleLabelList"/>
    <dgm:cxn modelId="{36AD5DFB-BC2B-44D2-9B95-2C3427F54DEE}" type="presParOf" srcId="{B5A1B62D-E21F-42E3-B4F5-F4668DD460C3}" destId="{CAE7EDC0-92F7-40C2-AED6-E308B949FBCD}" srcOrd="0" destOrd="0" presId="urn:microsoft.com/office/officeart/2018/5/layout/IconCircleLabelList"/>
    <dgm:cxn modelId="{91B9B476-650D-4AB1-8231-E28B89C351DD}" type="presParOf" srcId="{B5A1B62D-E21F-42E3-B4F5-F4668DD460C3}" destId="{4F9344F4-A666-4E39-8C9F-0292C8968289}" srcOrd="1" destOrd="0" presId="urn:microsoft.com/office/officeart/2018/5/layout/IconCircleLabelList"/>
    <dgm:cxn modelId="{898F3DA8-5E9A-41B0-8FBB-96D9C3C1D65B}" type="presParOf" srcId="{B5A1B62D-E21F-42E3-B4F5-F4668DD460C3}" destId="{6A81C83D-3449-4C0C-94D8-72F7E814B8F9}" srcOrd="2" destOrd="0" presId="urn:microsoft.com/office/officeart/2018/5/layout/IconCircleLabelList"/>
    <dgm:cxn modelId="{2FAB8934-096E-4864-B94C-BE6805AE4139}" type="presParOf" srcId="{B5A1B62D-E21F-42E3-B4F5-F4668DD460C3}" destId="{6C66D64A-D462-4B73-A16F-6BC0A1C31F5C}" srcOrd="3" destOrd="0" presId="urn:microsoft.com/office/officeart/2018/5/layout/IconCircleLabelList"/>
    <dgm:cxn modelId="{FD036A47-44D5-4117-A481-6B4BFC1543BF}" type="presParOf" srcId="{224B1FEB-9B30-4DE2-9E25-1BA5D8A9DF69}" destId="{A447130B-6EB5-4232-AF49-CE0A52E4B184}" srcOrd="3" destOrd="0" presId="urn:microsoft.com/office/officeart/2018/5/layout/IconCircleLabelList"/>
    <dgm:cxn modelId="{D6AF2324-2647-4A6F-B3FC-5BDD4F6C1B69}" type="presParOf" srcId="{224B1FEB-9B30-4DE2-9E25-1BA5D8A9DF69}" destId="{0F256595-3DA1-4334-849B-98C3B24020A2}" srcOrd="4" destOrd="0" presId="urn:microsoft.com/office/officeart/2018/5/layout/IconCircleLabelList"/>
    <dgm:cxn modelId="{E852C383-DA55-4FF8-83E7-1B37121F8335}" type="presParOf" srcId="{0F256595-3DA1-4334-849B-98C3B24020A2}" destId="{57CDD9DC-718B-4A27-8835-F5D310521073}" srcOrd="0" destOrd="0" presId="urn:microsoft.com/office/officeart/2018/5/layout/IconCircleLabelList"/>
    <dgm:cxn modelId="{1DB895B3-B76A-4AE6-8CDC-DAA02928A4D6}" type="presParOf" srcId="{0F256595-3DA1-4334-849B-98C3B24020A2}" destId="{EC5D51B9-C8ED-49C6-8B21-47A4C1498246}" srcOrd="1" destOrd="0" presId="urn:microsoft.com/office/officeart/2018/5/layout/IconCircleLabelList"/>
    <dgm:cxn modelId="{38E1EF05-383D-4BC6-84F4-7C3E96607427}" type="presParOf" srcId="{0F256595-3DA1-4334-849B-98C3B24020A2}" destId="{EE15DA7E-E0ED-41EA-826F-31CE75D1909B}" srcOrd="2" destOrd="0" presId="urn:microsoft.com/office/officeart/2018/5/layout/IconCircleLabelList"/>
    <dgm:cxn modelId="{CEADF50C-08E2-4E84-A53C-69CE5F15A242}" type="presParOf" srcId="{0F256595-3DA1-4334-849B-98C3B24020A2}" destId="{54D9F9E4-B7C5-4532-9468-364D56E016D6}" srcOrd="3" destOrd="0" presId="urn:microsoft.com/office/officeart/2018/5/layout/IconCircleLabelList"/>
    <dgm:cxn modelId="{A57D96E2-4F9D-4559-9E6E-E221FA4C3099}" type="presParOf" srcId="{224B1FEB-9B30-4DE2-9E25-1BA5D8A9DF69}" destId="{E684C982-7522-4953-A7FF-3689BD4291AF}" srcOrd="5" destOrd="0" presId="urn:microsoft.com/office/officeart/2018/5/layout/IconCircleLabelList"/>
    <dgm:cxn modelId="{1A998618-E7F1-4CEB-B5DD-6FFB2070CCE0}" type="presParOf" srcId="{224B1FEB-9B30-4DE2-9E25-1BA5D8A9DF69}" destId="{B6882C71-F1C3-4BFE-A6BE-2D2891CC6060}" srcOrd="6" destOrd="0" presId="urn:microsoft.com/office/officeart/2018/5/layout/IconCircleLabelList"/>
    <dgm:cxn modelId="{8F6B4253-1929-4F05-9FA3-EEB077B44848}" type="presParOf" srcId="{B6882C71-F1C3-4BFE-A6BE-2D2891CC6060}" destId="{5169432F-25FB-4FC4-9FA5-85D3BEEE3544}" srcOrd="0" destOrd="0" presId="urn:microsoft.com/office/officeart/2018/5/layout/IconCircleLabelList"/>
    <dgm:cxn modelId="{6DADA820-1690-4E98-A1B3-4339D4DCDCDC}" type="presParOf" srcId="{B6882C71-F1C3-4BFE-A6BE-2D2891CC6060}" destId="{F82BA713-EE8A-447F-B743-F834AE2F067D}" srcOrd="1" destOrd="0" presId="urn:microsoft.com/office/officeart/2018/5/layout/IconCircleLabelList"/>
    <dgm:cxn modelId="{B1A4A8E6-B141-407E-98FB-C5ACE36AF8C4}" type="presParOf" srcId="{B6882C71-F1C3-4BFE-A6BE-2D2891CC6060}" destId="{5A32A6A0-D45F-407B-9843-599241193868}" srcOrd="2" destOrd="0" presId="urn:microsoft.com/office/officeart/2018/5/layout/IconCircleLabelList"/>
    <dgm:cxn modelId="{6BDE527A-BF5E-403E-B29F-78960ADD7177}" type="presParOf" srcId="{B6882C71-F1C3-4BFE-A6BE-2D2891CC6060}" destId="{69BE83CA-CC24-42F6-8C5F-D008E7438E0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E282D0-AC4A-4A94-B403-AD2BE26A83BE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7AC4E2E-01A1-4195-8BEB-4BC5BDD5CE8C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Los </a:t>
          </a:r>
          <a:r>
            <a:rPr lang="en-US" sz="2000" dirty="0" err="1">
              <a:solidFill>
                <a:schemeClr val="bg1"/>
              </a:solidFill>
            </a:rPr>
            <a:t>nadadores</a:t>
          </a:r>
          <a:r>
            <a:rPr lang="en-US" sz="2000" dirty="0">
              <a:solidFill>
                <a:schemeClr val="bg1"/>
              </a:solidFill>
            </a:rPr>
            <a:t> no </a:t>
          </a:r>
          <a:r>
            <a:rPr lang="en-US" sz="2000" dirty="0" err="1">
              <a:solidFill>
                <a:schemeClr val="bg1"/>
              </a:solidFill>
            </a:rPr>
            <a:t>acceden</a:t>
          </a:r>
          <a:r>
            <a:rPr lang="en-US" sz="2000" dirty="0">
              <a:solidFill>
                <a:schemeClr val="bg1"/>
              </a:solidFill>
            </a:rPr>
            <a:t> a </a:t>
          </a:r>
          <a:r>
            <a:rPr lang="en-US" sz="2000" b="1" dirty="0">
              <a:solidFill>
                <a:schemeClr val="bg1"/>
              </a:solidFill>
            </a:rPr>
            <a:t>planes </a:t>
          </a:r>
          <a:r>
            <a:rPr lang="en-US" sz="2000" b="1" dirty="0" err="1">
              <a:solidFill>
                <a:schemeClr val="bg1"/>
              </a:solidFill>
            </a:rPr>
            <a:t>realmente</a:t>
          </a:r>
          <a:r>
            <a:rPr lang="en-US" sz="2000" b="1" dirty="0">
              <a:solidFill>
                <a:schemeClr val="bg1"/>
              </a:solidFill>
            </a:rPr>
            <a:t> </a:t>
          </a:r>
          <a:r>
            <a:rPr lang="en-US" sz="2000" b="1" dirty="0" err="1">
              <a:solidFill>
                <a:schemeClr val="bg1"/>
              </a:solidFill>
            </a:rPr>
            <a:t>personalizados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por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costos</a:t>
          </a:r>
          <a:r>
            <a:rPr lang="en-US" sz="2000" dirty="0">
              <a:solidFill>
                <a:schemeClr val="bg1"/>
              </a:solidFill>
            </a:rPr>
            <a:t>, </a:t>
          </a:r>
          <a:r>
            <a:rPr lang="en-US" sz="2000" dirty="0" err="1">
              <a:solidFill>
                <a:schemeClr val="bg1"/>
              </a:solidFill>
            </a:rPr>
            <a:t>idioma</a:t>
          </a:r>
          <a:r>
            <a:rPr lang="en-US" sz="2000" dirty="0">
              <a:solidFill>
                <a:schemeClr val="bg1"/>
              </a:solidFill>
            </a:rPr>
            <a:t>, </a:t>
          </a:r>
          <a:r>
            <a:rPr lang="en-US" sz="2000" dirty="0" err="1">
              <a:solidFill>
                <a:schemeClr val="bg1"/>
              </a:solidFill>
            </a:rPr>
            <a:t>privacidad</a:t>
          </a:r>
          <a:r>
            <a:rPr lang="en-US" sz="2000" dirty="0">
              <a:solidFill>
                <a:schemeClr val="bg1"/>
              </a:solidFill>
            </a:rPr>
            <a:t> y </a:t>
          </a:r>
          <a:r>
            <a:rPr lang="en-US" sz="2000" b="1" dirty="0">
              <a:solidFill>
                <a:schemeClr val="bg1"/>
              </a:solidFill>
            </a:rPr>
            <a:t>baja </a:t>
          </a:r>
          <a:r>
            <a:rPr lang="en-US" sz="2000" b="1" dirty="0" err="1">
              <a:solidFill>
                <a:schemeClr val="bg1"/>
              </a:solidFill>
            </a:rPr>
            <a:t>continuidad</a:t>
          </a:r>
          <a:r>
            <a:rPr lang="en-US" sz="2000" dirty="0">
              <a:solidFill>
                <a:schemeClr val="bg1"/>
              </a:solidFill>
            </a:rPr>
            <a:t> (</a:t>
          </a:r>
          <a:r>
            <a:rPr lang="en-US" sz="2000" dirty="0" err="1">
              <a:solidFill>
                <a:schemeClr val="bg1"/>
              </a:solidFill>
            </a:rPr>
            <a:t>falta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guía</a:t>
          </a:r>
          <a:r>
            <a:rPr lang="en-US" sz="2000" dirty="0">
              <a:solidFill>
                <a:schemeClr val="bg1"/>
              </a:solidFill>
            </a:rPr>
            <a:t> día a día y </a:t>
          </a:r>
          <a:r>
            <a:rPr lang="en-US" sz="2000" dirty="0" err="1">
              <a:solidFill>
                <a:schemeClr val="bg1"/>
              </a:solidFill>
            </a:rPr>
            <a:t>registro</a:t>
          </a:r>
          <a:r>
            <a:rPr lang="en-US" sz="2000" dirty="0">
              <a:solidFill>
                <a:schemeClr val="bg1"/>
              </a:solidFill>
            </a:rPr>
            <a:t>).</a:t>
          </a:r>
          <a:br>
            <a:rPr lang="en-US" sz="1500" dirty="0"/>
          </a:br>
          <a:endParaRPr lang="en-US" sz="1500" dirty="0"/>
        </a:p>
      </dgm:t>
    </dgm:pt>
    <dgm:pt modelId="{173ED10E-9FD8-4579-BEDA-F0C44F1C29B3}" type="parTrans" cxnId="{D89BDC83-B68B-4097-B2AC-D01FA1A77557}">
      <dgm:prSet/>
      <dgm:spPr/>
      <dgm:t>
        <a:bodyPr/>
        <a:lstStyle/>
        <a:p>
          <a:endParaRPr lang="en-US"/>
        </a:p>
      </dgm:t>
    </dgm:pt>
    <dgm:pt modelId="{8A75934D-3C74-4081-A788-29B4757384B3}" type="sibTrans" cxnId="{D89BDC83-B68B-4097-B2AC-D01FA1A77557}">
      <dgm:prSet/>
      <dgm:spPr/>
      <dgm:t>
        <a:bodyPr/>
        <a:lstStyle/>
        <a:p>
          <a:endParaRPr lang="en-US"/>
        </a:p>
      </dgm:t>
    </dgm:pt>
    <dgm:pt modelId="{C8CF4B2F-4FC6-4B8B-AA71-2B97AF95A199}">
      <dgm:prSet/>
      <dgm:spPr/>
      <dgm:t>
        <a:bodyPr/>
        <a:lstStyle/>
        <a:p>
          <a:r>
            <a:rPr lang="en-US" dirty="0" err="1">
              <a:solidFill>
                <a:schemeClr val="bg1"/>
              </a:solidFill>
            </a:rPr>
            <a:t>Consecuencia</a:t>
          </a:r>
          <a:r>
            <a:rPr lang="en-US" dirty="0">
              <a:solidFill>
                <a:schemeClr val="bg1"/>
              </a:solidFill>
            </a:rPr>
            <a:t>: </a:t>
          </a:r>
          <a:r>
            <a:rPr lang="en-US" b="1" dirty="0">
              <a:solidFill>
                <a:schemeClr val="bg1"/>
              </a:solidFill>
            </a:rPr>
            <a:t>bajo </a:t>
          </a:r>
          <a:r>
            <a:rPr lang="en-US" b="1" dirty="0" err="1">
              <a:solidFill>
                <a:schemeClr val="bg1"/>
              </a:solidFill>
            </a:rPr>
            <a:t>rendimiento</a:t>
          </a:r>
          <a:r>
            <a:rPr lang="en-US" b="1" dirty="0">
              <a:solidFill>
                <a:schemeClr val="bg1"/>
              </a:solidFill>
            </a:rPr>
            <a:t>, </a:t>
          </a:r>
          <a:r>
            <a:rPr lang="en-US" b="1" dirty="0" err="1">
              <a:solidFill>
                <a:schemeClr val="bg1"/>
              </a:solidFill>
            </a:rPr>
            <a:t>abandono</a:t>
          </a:r>
          <a:r>
            <a:rPr lang="en-US" b="1" dirty="0">
              <a:solidFill>
                <a:schemeClr val="bg1"/>
              </a:solidFill>
            </a:rPr>
            <a:t> y </a:t>
          </a:r>
          <a:r>
            <a:rPr lang="en-US" b="1" dirty="0" err="1">
              <a:solidFill>
                <a:schemeClr val="bg1"/>
              </a:solidFill>
            </a:rPr>
            <a:t>desmotivación</a:t>
          </a:r>
          <a:r>
            <a:rPr lang="en-US" dirty="0"/>
            <a:t>.</a:t>
          </a:r>
        </a:p>
      </dgm:t>
    </dgm:pt>
    <dgm:pt modelId="{DB2DFD76-C30D-4A19-A2F9-6F43BFE6C140}" type="parTrans" cxnId="{50FA49DF-19B8-4530-9605-F143704B10FC}">
      <dgm:prSet/>
      <dgm:spPr/>
      <dgm:t>
        <a:bodyPr/>
        <a:lstStyle/>
        <a:p>
          <a:endParaRPr lang="en-US"/>
        </a:p>
      </dgm:t>
    </dgm:pt>
    <dgm:pt modelId="{922E1E06-EE22-4F57-AC1B-8DDDBA7E9182}" type="sibTrans" cxnId="{50FA49DF-19B8-4530-9605-F143704B10FC}">
      <dgm:prSet/>
      <dgm:spPr/>
      <dgm:t>
        <a:bodyPr/>
        <a:lstStyle/>
        <a:p>
          <a:endParaRPr lang="en-US"/>
        </a:p>
      </dgm:t>
    </dgm:pt>
    <dgm:pt modelId="{202C7672-BA9B-4602-A8D5-46669DB1C07E}" type="pres">
      <dgm:prSet presAssocID="{EBE282D0-AC4A-4A94-B403-AD2BE26A83BE}" presName="root" presStyleCnt="0">
        <dgm:presLayoutVars>
          <dgm:dir/>
          <dgm:resizeHandles val="exact"/>
        </dgm:presLayoutVars>
      </dgm:prSet>
      <dgm:spPr/>
    </dgm:pt>
    <dgm:pt modelId="{E44FD7CC-E8DB-4102-83E5-B578B7572738}" type="pres">
      <dgm:prSet presAssocID="{EBE282D0-AC4A-4A94-B403-AD2BE26A83BE}" presName="container" presStyleCnt="0">
        <dgm:presLayoutVars>
          <dgm:dir/>
          <dgm:resizeHandles val="exact"/>
        </dgm:presLayoutVars>
      </dgm:prSet>
      <dgm:spPr/>
    </dgm:pt>
    <dgm:pt modelId="{D1230809-CCBA-4AE6-A678-D5384ED3B77C}" type="pres">
      <dgm:prSet presAssocID="{37AC4E2E-01A1-4195-8BEB-4BC5BDD5CE8C}" presName="compNode" presStyleCnt="0"/>
      <dgm:spPr/>
    </dgm:pt>
    <dgm:pt modelId="{1458143D-2D6F-45CD-AC8A-50988819E49B}" type="pres">
      <dgm:prSet presAssocID="{37AC4E2E-01A1-4195-8BEB-4BC5BDD5CE8C}" presName="iconBgRect" presStyleLbl="bgShp" presStyleIdx="0" presStyleCnt="2"/>
      <dgm:spPr/>
    </dgm:pt>
    <dgm:pt modelId="{B57970F1-DA72-4B61-BB17-764DB7CEABFF}" type="pres">
      <dgm:prSet presAssocID="{37AC4E2E-01A1-4195-8BEB-4BC5BDD5CE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wim"/>
        </a:ext>
      </dgm:extLst>
    </dgm:pt>
    <dgm:pt modelId="{F1FC4D68-9861-4441-9673-9E64E4CB08E1}" type="pres">
      <dgm:prSet presAssocID="{37AC4E2E-01A1-4195-8BEB-4BC5BDD5CE8C}" presName="spaceRect" presStyleCnt="0"/>
      <dgm:spPr/>
    </dgm:pt>
    <dgm:pt modelId="{7E3DAB9C-FBDD-441F-8063-C50354EE2DA0}" type="pres">
      <dgm:prSet presAssocID="{37AC4E2E-01A1-4195-8BEB-4BC5BDD5CE8C}" presName="textRect" presStyleLbl="revTx" presStyleIdx="0" presStyleCnt="2">
        <dgm:presLayoutVars>
          <dgm:chMax val="1"/>
          <dgm:chPref val="1"/>
        </dgm:presLayoutVars>
      </dgm:prSet>
      <dgm:spPr/>
    </dgm:pt>
    <dgm:pt modelId="{2CFCCAE9-CE24-46D7-9086-C962A1F74065}" type="pres">
      <dgm:prSet presAssocID="{8A75934D-3C74-4081-A788-29B4757384B3}" presName="sibTrans" presStyleLbl="sibTrans2D1" presStyleIdx="0" presStyleCnt="0"/>
      <dgm:spPr/>
    </dgm:pt>
    <dgm:pt modelId="{0BE7DA87-0B57-460E-9D95-89E74149BEA3}" type="pres">
      <dgm:prSet presAssocID="{C8CF4B2F-4FC6-4B8B-AA71-2B97AF95A199}" presName="compNode" presStyleCnt="0"/>
      <dgm:spPr/>
    </dgm:pt>
    <dgm:pt modelId="{26E41712-4D9E-4B40-B60F-69B6FA1EFB38}" type="pres">
      <dgm:prSet presAssocID="{C8CF4B2F-4FC6-4B8B-AA71-2B97AF95A199}" presName="iconBgRect" presStyleLbl="bgShp" presStyleIdx="1" presStyleCnt="2"/>
      <dgm:spPr/>
    </dgm:pt>
    <dgm:pt modelId="{B7F97C87-B411-44F5-BF8B-044524D1E77A}" type="pres">
      <dgm:prSet presAssocID="{C8CF4B2F-4FC6-4B8B-AA71-2B97AF95A19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rás con relleno sólido"/>
        </a:ext>
      </dgm:extLst>
    </dgm:pt>
    <dgm:pt modelId="{C9E7C35F-E43F-4093-B0CC-2092A4CCBAFE}" type="pres">
      <dgm:prSet presAssocID="{C8CF4B2F-4FC6-4B8B-AA71-2B97AF95A199}" presName="spaceRect" presStyleCnt="0"/>
      <dgm:spPr/>
    </dgm:pt>
    <dgm:pt modelId="{03966831-ED47-413F-817A-856DC2BCFD08}" type="pres">
      <dgm:prSet presAssocID="{C8CF4B2F-4FC6-4B8B-AA71-2B97AF95A19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9F2F123-C2B1-4418-8D46-DF2FE4F22CC4}" type="presOf" srcId="{EBE282D0-AC4A-4A94-B403-AD2BE26A83BE}" destId="{202C7672-BA9B-4602-A8D5-46669DB1C07E}" srcOrd="0" destOrd="0" presId="urn:microsoft.com/office/officeart/2018/2/layout/IconCircleList"/>
    <dgm:cxn modelId="{B6855F42-C5F0-40D3-B216-0D6529394D2C}" type="presOf" srcId="{C8CF4B2F-4FC6-4B8B-AA71-2B97AF95A199}" destId="{03966831-ED47-413F-817A-856DC2BCFD08}" srcOrd="0" destOrd="0" presId="urn:microsoft.com/office/officeart/2018/2/layout/IconCircleList"/>
    <dgm:cxn modelId="{C6F65976-A126-4BFF-A842-2BB96C54261E}" type="presOf" srcId="{37AC4E2E-01A1-4195-8BEB-4BC5BDD5CE8C}" destId="{7E3DAB9C-FBDD-441F-8063-C50354EE2DA0}" srcOrd="0" destOrd="0" presId="urn:microsoft.com/office/officeart/2018/2/layout/IconCircleList"/>
    <dgm:cxn modelId="{D89BDC83-B68B-4097-B2AC-D01FA1A77557}" srcId="{EBE282D0-AC4A-4A94-B403-AD2BE26A83BE}" destId="{37AC4E2E-01A1-4195-8BEB-4BC5BDD5CE8C}" srcOrd="0" destOrd="0" parTransId="{173ED10E-9FD8-4579-BEDA-F0C44F1C29B3}" sibTransId="{8A75934D-3C74-4081-A788-29B4757384B3}"/>
    <dgm:cxn modelId="{50FA49DF-19B8-4530-9605-F143704B10FC}" srcId="{EBE282D0-AC4A-4A94-B403-AD2BE26A83BE}" destId="{C8CF4B2F-4FC6-4B8B-AA71-2B97AF95A199}" srcOrd="1" destOrd="0" parTransId="{DB2DFD76-C30D-4A19-A2F9-6F43BFE6C140}" sibTransId="{922E1E06-EE22-4F57-AC1B-8DDDBA7E9182}"/>
    <dgm:cxn modelId="{6B88CAE1-6116-48FD-9896-CDFA4928A2D2}" type="presOf" srcId="{8A75934D-3C74-4081-A788-29B4757384B3}" destId="{2CFCCAE9-CE24-46D7-9086-C962A1F74065}" srcOrd="0" destOrd="0" presId="urn:microsoft.com/office/officeart/2018/2/layout/IconCircleList"/>
    <dgm:cxn modelId="{AE835E58-E6C0-4CF9-B4E3-6CE930D58CFE}" type="presParOf" srcId="{202C7672-BA9B-4602-A8D5-46669DB1C07E}" destId="{E44FD7CC-E8DB-4102-83E5-B578B7572738}" srcOrd="0" destOrd="0" presId="urn:microsoft.com/office/officeart/2018/2/layout/IconCircleList"/>
    <dgm:cxn modelId="{7EDB2915-976F-493F-B56B-5A5C482273F1}" type="presParOf" srcId="{E44FD7CC-E8DB-4102-83E5-B578B7572738}" destId="{D1230809-CCBA-4AE6-A678-D5384ED3B77C}" srcOrd="0" destOrd="0" presId="urn:microsoft.com/office/officeart/2018/2/layout/IconCircleList"/>
    <dgm:cxn modelId="{29910B6B-6158-4E82-A481-DC872A395544}" type="presParOf" srcId="{D1230809-CCBA-4AE6-A678-D5384ED3B77C}" destId="{1458143D-2D6F-45CD-AC8A-50988819E49B}" srcOrd="0" destOrd="0" presId="urn:microsoft.com/office/officeart/2018/2/layout/IconCircleList"/>
    <dgm:cxn modelId="{207043D3-9ABB-4068-BC1B-05F0823BFE64}" type="presParOf" srcId="{D1230809-CCBA-4AE6-A678-D5384ED3B77C}" destId="{B57970F1-DA72-4B61-BB17-764DB7CEABFF}" srcOrd="1" destOrd="0" presId="urn:microsoft.com/office/officeart/2018/2/layout/IconCircleList"/>
    <dgm:cxn modelId="{50D42C81-C5FB-4FE6-AA6D-B439FD1366DE}" type="presParOf" srcId="{D1230809-CCBA-4AE6-A678-D5384ED3B77C}" destId="{F1FC4D68-9861-4441-9673-9E64E4CB08E1}" srcOrd="2" destOrd="0" presId="urn:microsoft.com/office/officeart/2018/2/layout/IconCircleList"/>
    <dgm:cxn modelId="{AD0C5596-E7B2-4283-84C1-708ACF9311BB}" type="presParOf" srcId="{D1230809-CCBA-4AE6-A678-D5384ED3B77C}" destId="{7E3DAB9C-FBDD-441F-8063-C50354EE2DA0}" srcOrd="3" destOrd="0" presId="urn:microsoft.com/office/officeart/2018/2/layout/IconCircleList"/>
    <dgm:cxn modelId="{6882FEF0-D165-44C4-B113-6F87DBE001BA}" type="presParOf" srcId="{E44FD7CC-E8DB-4102-83E5-B578B7572738}" destId="{2CFCCAE9-CE24-46D7-9086-C962A1F74065}" srcOrd="1" destOrd="0" presId="urn:microsoft.com/office/officeart/2018/2/layout/IconCircleList"/>
    <dgm:cxn modelId="{A834CBF8-9A7C-4932-8158-1AA82F76E492}" type="presParOf" srcId="{E44FD7CC-E8DB-4102-83E5-B578B7572738}" destId="{0BE7DA87-0B57-460E-9D95-89E74149BEA3}" srcOrd="2" destOrd="0" presId="urn:microsoft.com/office/officeart/2018/2/layout/IconCircleList"/>
    <dgm:cxn modelId="{13B250C8-34F9-4F01-89E7-36A9699F1DCE}" type="presParOf" srcId="{0BE7DA87-0B57-460E-9D95-89E74149BEA3}" destId="{26E41712-4D9E-4B40-B60F-69B6FA1EFB38}" srcOrd="0" destOrd="0" presId="urn:microsoft.com/office/officeart/2018/2/layout/IconCircleList"/>
    <dgm:cxn modelId="{272C8C55-0D82-44E7-951D-B6C947456C67}" type="presParOf" srcId="{0BE7DA87-0B57-460E-9D95-89E74149BEA3}" destId="{B7F97C87-B411-44F5-BF8B-044524D1E77A}" srcOrd="1" destOrd="0" presId="urn:microsoft.com/office/officeart/2018/2/layout/IconCircleList"/>
    <dgm:cxn modelId="{2FE83B76-F8C1-4C09-A610-2FFFEA3ADA5E}" type="presParOf" srcId="{0BE7DA87-0B57-460E-9D95-89E74149BEA3}" destId="{C9E7C35F-E43F-4093-B0CC-2092A4CCBAFE}" srcOrd="2" destOrd="0" presId="urn:microsoft.com/office/officeart/2018/2/layout/IconCircleList"/>
    <dgm:cxn modelId="{2F31F85E-7088-4FAE-8749-FA96D93C525E}" type="presParOf" srcId="{0BE7DA87-0B57-460E-9D95-89E74149BEA3}" destId="{03966831-ED47-413F-817A-856DC2BCFD0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163CFE-8B5E-4F5A-A8EC-EFFE01304D17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4E5B34-9B97-4AC5-A32C-460A636A50A2}">
      <dgm:prSet/>
      <dgm:spPr/>
      <dgm:t>
        <a:bodyPr/>
        <a:lstStyle/>
        <a:p>
          <a:r>
            <a:rPr lang="en-US" b="1" dirty="0"/>
            <a:t>General</a:t>
          </a:r>
          <a:br>
            <a:rPr lang="en-US" dirty="0"/>
          </a:br>
          <a:r>
            <a:rPr lang="en-US" dirty="0" err="1"/>
            <a:t>Entregar</a:t>
          </a:r>
          <a:r>
            <a:rPr lang="en-US" dirty="0"/>
            <a:t> planes </a:t>
          </a:r>
          <a:r>
            <a:rPr lang="en-US" dirty="0" err="1"/>
            <a:t>personalizados</a:t>
          </a:r>
          <a:r>
            <a:rPr lang="en-US" dirty="0"/>
            <a:t> y </a:t>
          </a:r>
          <a:r>
            <a:rPr lang="en-US" dirty="0" err="1"/>
            <a:t>trazables</a:t>
          </a:r>
          <a:r>
            <a:rPr lang="en-US" dirty="0"/>
            <a:t> de </a:t>
          </a:r>
          <a:r>
            <a:rPr lang="en-US" dirty="0" err="1"/>
            <a:t>natación</a:t>
          </a:r>
          <a:r>
            <a:rPr lang="en-US" dirty="0"/>
            <a:t> con IA, </a:t>
          </a:r>
          <a:r>
            <a:rPr lang="en-US" b="1" dirty="0" err="1"/>
            <a:t>seguros</a:t>
          </a:r>
          <a:r>
            <a:rPr lang="en-US" b="1" dirty="0"/>
            <a:t> y </a:t>
          </a:r>
          <a:r>
            <a:rPr lang="en-US" b="1" dirty="0" err="1"/>
            <a:t>accionables</a:t>
          </a:r>
          <a:r>
            <a:rPr lang="en-US" dirty="0"/>
            <a:t>,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app </a:t>
          </a:r>
          <a:r>
            <a:rPr lang="en-US" dirty="0" err="1"/>
            <a:t>móvil</a:t>
          </a:r>
          <a:r>
            <a:rPr lang="en-US" dirty="0"/>
            <a:t>.</a:t>
          </a:r>
          <a:br>
            <a:rPr lang="en-US" dirty="0"/>
          </a:br>
          <a:endParaRPr lang="en-US" dirty="0"/>
        </a:p>
      </dgm:t>
    </dgm:pt>
    <dgm:pt modelId="{2F5A9C20-1870-411B-AA95-C18A558341E7}" type="parTrans" cxnId="{17F6ED23-815D-4DD4-83E0-72F13AB77263}">
      <dgm:prSet/>
      <dgm:spPr/>
      <dgm:t>
        <a:bodyPr/>
        <a:lstStyle/>
        <a:p>
          <a:endParaRPr lang="en-US"/>
        </a:p>
      </dgm:t>
    </dgm:pt>
    <dgm:pt modelId="{DB420EC0-3AA6-498B-B7DE-198EC191ADE6}" type="sibTrans" cxnId="{17F6ED23-815D-4DD4-83E0-72F13AB77263}">
      <dgm:prSet/>
      <dgm:spPr/>
      <dgm:t>
        <a:bodyPr/>
        <a:lstStyle/>
        <a:p>
          <a:endParaRPr lang="en-US"/>
        </a:p>
      </dgm:t>
    </dgm:pt>
    <dgm:pt modelId="{62B3D162-62B2-412A-B32F-56FA69F8AF94}">
      <dgm:prSet/>
      <dgm:spPr/>
      <dgm:t>
        <a:bodyPr/>
        <a:lstStyle/>
        <a:p>
          <a:r>
            <a:rPr lang="en-US" b="1"/>
            <a:t>Específicos</a:t>
          </a:r>
          <a:endParaRPr lang="en-US"/>
        </a:p>
      </dgm:t>
    </dgm:pt>
    <dgm:pt modelId="{BD295A06-54E6-49ED-912B-934D2A75435B}" type="parTrans" cxnId="{6C7E0359-7908-46FC-A18D-99B611DC152F}">
      <dgm:prSet/>
      <dgm:spPr/>
      <dgm:t>
        <a:bodyPr/>
        <a:lstStyle/>
        <a:p>
          <a:endParaRPr lang="en-US"/>
        </a:p>
      </dgm:t>
    </dgm:pt>
    <dgm:pt modelId="{D21588E5-097C-4921-B257-AD80793ED175}" type="sibTrans" cxnId="{6C7E0359-7908-46FC-A18D-99B611DC152F}">
      <dgm:prSet/>
      <dgm:spPr/>
      <dgm:t>
        <a:bodyPr/>
        <a:lstStyle/>
        <a:p>
          <a:endParaRPr lang="en-US"/>
        </a:p>
      </dgm:t>
    </dgm:pt>
    <dgm:pt modelId="{EDFE5C6F-EE7D-4DE8-8856-3FE16E45BE96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Integrar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IA 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con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salida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estructurada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</a:p>
      </dgm:t>
    </dgm:pt>
    <dgm:pt modelId="{307593E1-D88D-4709-9101-234E6D17648B}" type="parTrans" cxnId="{9EDE75AD-D7A3-40B8-957B-AAE947E01C47}">
      <dgm:prSet/>
      <dgm:spPr/>
      <dgm:t>
        <a:bodyPr/>
        <a:lstStyle/>
        <a:p>
          <a:endParaRPr lang="en-US"/>
        </a:p>
      </dgm:t>
    </dgm:pt>
    <dgm:pt modelId="{75F557AD-9DB8-4FC8-99B9-F3D45D0D3CA1}" type="sibTrans" cxnId="{9EDE75AD-D7A3-40B8-957B-AAE947E01C47}">
      <dgm:prSet/>
      <dgm:spPr/>
      <dgm:t>
        <a:bodyPr/>
        <a:lstStyle/>
        <a:p>
          <a:endParaRPr lang="en-US"/>
        </a:p>
      </dgm:t>
    </dgm:pt>
    <dgm:pt modelId="{46026927-BD86-4FC7-BCD6-A60FC7373637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Asegurar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privacidad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en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Supabase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.</a:t>
          </a:r>
        </a:p>
      </dgm:t>
    </dgm:pt>
    <dgm:pt modelId="{C4E05CE3-9B70-462A-9FE2-35117D315491}" type="parTrans" cxnId="{C53B12AD-5024-4FDA-B2DB-21CC96B071E0}">
      <dgm:prSet/>
      <dgm:spPr/>
      <dgm:t>
        <a:bodyPr/>
        <a:lstStyle/>
        <a:p>
          <a:endParaRPr lang="en-US"/>
        </a:p>
      </dgm:t>
    </dgm:pt>
    <dgm:pt modelId="{8D4E5D1F-E8B9-4405-94CD-FCBDD47575D9}" type="sibTrans" cxnId="{C53B12AD-5024-4FDA-B2DB-21CC96B071E0}">
      <dgm:prSet/>
      <dgm:spPr/>
      <dgm:t>
        <a:bodyPr/>
        <a:lstStyle/>
        <a:p>
          <a:endParaRPr lang="en-US"/>
        </a:p>
      </dgm:t>
    </dgm:pt>
    <dgm:pt modelId="{0DE54A69-0518-4D74-920D-B8A71A847F3E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Registrar logs de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sesión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y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exponer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historial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de planes.</a:t>
          </a:r>
        </a:p>
      </dgm:t>
    </dgm:pt>
    <dgm:pt modelId="{AD3F192C-7A05-4371-A687-348A7E06407E}" type="parTrans" cxnId="{CB207CE0-C163-4CBF-9A73-D5081E366058}">
      <dgm:prSet/>
      <dgm:spPr/>
      <dgm:t>
        <a:bodyPr/>
        <a:lstStyle/>
        <a:p>
          <a:endParaRPr lang="en-US"/>
        </a:p>
      </dgm:t>
    </dgm:pt>
    <dgm:pt modelId="{1EC4F970-B04F-4282-872F-2C155FF04857}" type="sibTrans" cxnId="{CB207CE0-C163-4CBF-9A73-D5081E366058}">
      <dgm:prSet/>
      <dgm:spPr/>
      <dgm:t>
        <a:bodyPr/>
        <a:lstStyle/>
        <a:p>
          <a:endParaRPr lang="en-US"/>
        </a:p>
      </dgm:t>
    </dgm:pt>
    <dgm:pt modelId="{8DBA7D9D-054D-42A4-BA3E-371C55477339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Validar con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usuarios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reales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satisfacción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80%.</a:t>
          </a:r>
        </a:p>
      </dgm:t>
    </dgm:pt>
    <dgm:pt modelId="{E6E827DE-9C1C-4E0B-87B5-AA34F5CB05EF}" type="parTrans" cxnId="{8FE1C3C5-E08F-4465-8A4E-ED52AEBD038A}">
      <dgm:prSet/>
      <dgm:spPr/>
      <dgm:t>
        <a:bodyPr/>
        <a:lstStyle/>
        <a:p>
          <a:endParaRPr lang="en-US"/>
        </a:p>
      </dgm:t>
    </dgm:pt>
    <dgm:pt modelId="{3527659E-F868-43E2-9071-8B7696665EF7}" type="sibTrans" cxnId="{8FE1C3C5-E08F-4465-8A4E-ED52AEBD038A}">
      <dgm:prSet/>
      <dgm:spPr/>
      <dgm:t>
        <a:bodyPr/>
        <a:lstStyle/>
        <a:p>
          <a:endParaRPr lang="en-US"/>
        </a:p>
      </dgm:t>
    </dgm:pt>
    <dgm:pt modelId="{09014104-F3F7-41BA-B2ED-4828BF088949}">
      <dgm:prSet custT="1"/>
      <dgm:spPr/>
      <dgm:t>
        <a:bodyPr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Validar la solución con </a:t>
          </a:r>
          <a:r>
            <a:rPr lang="es-MX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500 usuarios </a:t>
          </a:r>
          <a:r>
            <a:rPr lang="es-MX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en el primer año.</a:t>
          </a:r>
          <a:endParaRPr lang="en-US" sz="1800" b="0" i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gm:t>
    </dgm:pt>
    <dgm:pt modelId="{EEF5FA98-617D-4FE4-8269-F628BC0739EB}" type="parTrans" cxnId="{45ED362B-9A82-4F64-819C-7999DE8D1117}">
      <dgm:prSet/>
      <dgm:spPr/>
      <dgm:t>
        <a:bodyPr/>
        <a:lstStyle/>
        <a:p>
          <a:endParaRPr lang="en-US"/>
        </a:p>
      </dgm:t>
    </dgm:pt>
    <dgm:pt modelId="{37404D1D-AE9C-41BD-A90E-ABF764747E1E}" type="sibTrans" cxnId="{45ED362B-9A82-4F64-819C-7999DE8D1117}">
      <dgm:prSet/>
      <dgm:spPr/>
      <dgm:t>
        <a:bodyPr/>
        <a:lstStyle/>
        <a:p>
          <a:endParaRPr lang="en-US"/>
        </a:p>
      </dgm:t>
    </dgm:pt>
    <dgm:pt modelId="{0E9E751E-CFE7-4D45-9A5B-979C868DAFE4}">
      <dgm:prSet custT="1"/>
      <dgm:spPr/>
      <dgm:t>
        <a:bodyPr/>
        <a:lstStyle/>
        <a:p>
          <a:r>
            <a:rPr lang="es-MX" sz="1800" b="0" i="0" dirty="0"/>
            <a:t>Lograr un VAN positivo y TIR del </a:t>
          </a:r>
          <a:r>
            <a:rPr lang="es-MX" sz="1800" b="1" i="0" dirty="0"/>
            <a:t>25%.</a:t>
          </a:r>
          <a:endParaRPr lang="en-US" sz="1800" b="1" dirty="0"/>
        </a:p>
      </dgm:t>
    </dgm:pt>
    <dgm:pt modelId="{04AE277A-0D71-4A40-A425-47EB980B42D0}" type="parTrans" cxnId="{68BD040F-F1C6-44E2-941F-03A675A7E102}">
      <dgm:prSet/>
      <dgm:spPr/>
      <dgm:t>
        <a:bodyPr/>
        <a:lstStyle/>
        <a:p>
          <a:endParaRPr lang="en-US"/>
        </a:p>
      </dgm:t>
    </dgm:pt>
    <dgm:pt modelId="{106EF258-0DAA-4A12-8463-9527060BF1D5}" type="sibTrans" cxnId="{68BD040F-F1C6-44E2-941F-03A675A7E102}">
      <dgm:prSet/>
      <dgm:spPr/>
      <dgm:t>
        <a:bodyPr/>
        <a:lstStyle/>
        <a:p>
          <a:endParaRPr lang="en-US"/>
        </a:p>
      </dgm:t>
    </dgm:pt>
    <dgm:pt modelId="{07FE108B-F90A-4EEC-8893-C437AEF676C0}" type="pres">
      <dgm:prSet presAssocID="{C9163CFE-8B5E-4F5A-A8EC-EFFE01304D17}" presName="Name0" presStyleCnt="0">
        <dgm:presLayoutVars>
          <dgm:dir/>
          <dgm:animLvl val="lvl"/>
          <dgm:resizeHandles val="exact"/>
        </dgm:presLayoutVars>
      </dgm:prSet>
      <dgm:spPr/>
    </dgm:pt>
    <dgm:pt modelId="{5246EB52-06E0-4CD1-A38D-D180CCF007D3}" type="pres">
      <dgm:prSet presAssocID="{62B3D162-62B2-412A-B32F-56FA69F8AF94}" presName="boxAndChildren" presStyleCnt="0"/>
      <dgm:spPr/>
    </dgm:pt>
    <dgm:pt modelId="{67F6C12E-BE45-439E-9E9F-453AFA675F86}" type="pres">
      <dgm:prSet presAssocID="{62B3D162-62B2-412A-B32F-56FA69F8AF94}" presName="parentTextBox" presStyleLbl="node1" presStyleIdx="0" presStyleCnt="2"/>
      <dgm:spPr/>
    </dgm:pt>
    <dgm:pt modelId="{447CA5F4-ED5D-47A3-AA44-A34398872860}" type="pres">
      <dgm:prSet presAssocID="{62B3D162-62B2-412A-B32F-56FA69F8AF94}" presName="entireBox" presStyleLbl="node1" presStyleIdx="0" presStyleCnt="2" custScaleY="204319" custLinFactNeighborY="-17332"/>
      <dgm:spPr/>
    </dgm:pt>
    <dgm:pt modelId="{0E905536-E79D-4B91-B27C-02EC12EE7F01}" type="pres">
      <dgm:prSet presAssocID="{62B3D162-62B2-412A-B32F-56FA69F8AF94}" presName="descendantBox" presStyleCnt="0"/>
      <dgm:spPr/>
    </dgm:pt>
    <dgm:pt modelId="{FAB4AF52-B731-4933-9575-E0D955DB32F7}" type="pres">
      <dgm:prSet presAssocID="{EDFE5C6F-EE7D-4DE8-8856-3FE16E45BE96}" presName="childTextBox" presStyleLbl="fgAccFollowNode1" presStyleIdx="0" presStyleCnt="6" custScaleY="328977">
        <dgm:presLayoutVars>
          <dgm:bulletEnabled val="1"/>
        </dgm:presLayoutVars>
      </dgm:prSet>
      <dgm:spPr/>
    </dgm:pt>
    <dgm:pt modelId="{FD542D2D-3B97-4909-96E2-DC0173A50446}" type="pres">
      <dgm:prSet presAssocID="{46026927-BD86-4FC7-BCD6-A60FC7373637}" presName="childTextBox" presStyleLbl="fgAccFollowNode1" presStyleIdx="1" presStyleCnt="6" custScaleY="329340">
        <dgm:presLayoutVars>
          <dgm:bulletEnabled val="1"/>
        </dgm:presLayoutVars>
      </dgm:prSet>
      <dgm:spPr/>
    </dgm:pt>
    <dgm:pt modelId="{A0576FA7-4A94-43B8-A19F-BA903D27774F}" type="pres">
      <dgm:prSet presAssocID="{0DE54A69-0518-4D74-920D-B8A71A847F3E}" presName="childTextBox" presStyleLbl="fgAccFollowNode1" presStyleIdx="2" presStyleCnt="6" custScaleY="332599">
        <dgm:presLayoutVars>
          <dgm:bulletEnabled val="1"/>
        </dgm:presLayoutVars>
      </dgm:prSet>
      <dgm:spPr/>
    </dgm:pt>
    <dgm:pt modelId="{0449451F-CB8B-4BB8-B65B-B4B1CF6BF47B}" type="pres">
      <dgm:prSet presAssocID="{8DBA7D9D-054D-42A4-BA3E-371C55477339}" presName="childTextBox" presStyleLbl="fgAccFollowNode1" presStyleIdx="3" presStyleCnt="6" custScaleY="332599">
        <dgm:presLayoutVars>
          <dgm:bulletEnabled val="1"/>
        </dgm:presLayoutVars>
      </dgm:prSet>
      <dgm:spPr/>
    </dgm:pt>
    <dgm:pt modelId="{3984887F-23BC-41EF-825B-6D11FD3B8064}" type="pres">
      <dgm:prSet presAssocID="{09014104-F3F7-41BA-B2ED-4828BF088949}" presName="childTextBox" presStyleLbl="fgAccFollowNode1" presStyleIdx="4" presStyleCnt="6" custScaleY="332599">
        <dgm:presLayoutVars>
          <dgm:bulletEnabled val="1"/>
        </dgm:presLayoutVars>
      </dgm:prSet>
      <dgm:spPr/>
    </dgm:pt>
    <dgm:pt modelId="{232AF86E-92FE-46CE-8F1B-7AFD8F06A410}" type="pres">
      <dgm:prSet presAssocID="{0E9E751E-CFE7-4D45-9A5B-979C868DAFE4}" presName="childTextBox" presStyleLbl="fgAccFollowNode1" presStyleIdx="5" presStyleCnt="6" custScaleY="332212">
        <dgm:presLayoutVars>
          <dgm:bulletEnabled val="1"/>
        </dgm:presLayoutVars>
      </dgm:prSet>
      <dgm:spPr/>
    </dgm:pt>
    <dgm:pt modelId="{982B6BC0-3368-4900-81C7-780F39BC562F}" type="pres">
      <dgm:prSet presAssocID="{DB420EC0-3AA6-498B-B7DE-198EC191ADE6}" presName="sp" presStyleCnt="0"/>
      <dgm:spPr/>
    </dgm:pt>
    <dgm:pt modelId="{D1DA3433-7583-433E-B35B-D0BBDD2EBA83}" type="pres">
      <dgm:prSet presAssocID="{EC4E5B34-9B97-4AC5-A32C-460A636A50A2}" presName="arrowAndChildren" presStyleCnt="0"/>
      <dgm:spPr/>
    </dgm:pt>
    <dgm:pt modelId="{212AB334-CD0A-4E68-8CB1-2573C69369D9}" type="pres">
      <dgm:prSet presAssocID="{EC4E5B34-9B97-4AC5-A32C-460A636A50A2}" presName="parentTextArrow" presStyleLbl="node1" presStyleIdx="1" presStyleCnt="2"/>
      <dgm:spPr/>
    </dgm:pt>
  </dgm:ptLst>
  <dgm:cxnLst>
    <dgm:cxn modelId="{788C0D0D-08EF-48F8-B575-ED5871488D7A}" type="presOf" srcId="{62B3D162-62B2-412A-B32F-56FA69F8AF94}" destId="{67F6C12E-BE45-439E-9E9F-453AFA675F86}" srcOrd="0" destOrd="0" presId="urn:microsoft.com/office/officeart/2005/8/layout/process4"/>
    <dgm:cxn modelId="{68BD040F-F1C6-44E2-941F-03A675A7E102}" srcId="{62B3D162-62B2-412A-B32F-56FA69F8AF94}" destId="{0E9E751E-CFE7-4D45-9A5B-979C868DAFE4}" srcOrd="5" destOrd="0" parTransId="{04AE277A-0D71-4A40-A425-47EB980B42D0}" sibTransId="{106EF258-0DAA-4A12-8463-9527060BF1D5}"/>
    <dgm:cxn modelId="{6706B40F-C215-4CD6-AE0F-CDB377E2018E}" type="presOf" srcId="{46026927-BD86-4FC7-BCD6-A60FC7373637}" destId="{FD542D2D-3B97-4909-96E2-DC0173A50446}" srcOrd="0" destOrd="0" presId="urn:microsoft.com/office/officeart/2005/8/layout/process4"/>
    <dgm:cxn modelId="{17F6ED23-815D-4DD4-83E0-72F13AB77263}" srcId="{C9163CFE-8B5E-4F5A-A8EC-EFFE01304D17}" destId="{EC4E5B34-9B97-4AC5-A32C-460A636A50A2}" srcOrd="0" destOrd="0" parTransId="{2F5A9C20-1870-411B-AA95-C18A558341E7}" sibTransId="{DB420EC0-3AA6-498B-B7DE-198EC191ADE6}"/>
    <dgm:cxn modelId="{45ED362B-9A82-4F64-819C-7999DE8D1117}" srcId="{62B3D162-62B2-412A-B32F-56FA69F8AF94}" destId="{09014104-F3F7-41BA-B2ED-4828BF088949}" srcOrd="4" destOrd="0" parTransId="{EEF5FA98-617D-4FE4-8269-F628BC0739EB}" sibTransId="{37404D1D-AE9C-41BD-A90E-ABF764747E1E}"/>
    <dgm:cxn modelId="{FB15EB46-9C22-49B1-9FCF-6801F680F350}" type="presOf" srcId="{EC4E5B34-9B97-4AC5-A32C-460A636A50A2}" destId="{212AB334-CD0A-4E68-8CB1-2573C69369D9}" srcOrd="0" destOrd="0" presId="urn:microsoft.com/office/officeart/2005/8/layout/process4"/>
    <dgm:cxn modelId="{8ADF9954-B85C-4EEA-9148-FB7EA4E93CCA}" type="presOf" srcId="{09014104-F3F7-41BA-B2ED-4828BF088949}" destId="{3984887F-23BC-41EF-825B-6D11FD3B8064}" srcOrd="0" destOrd="0" presId="urn:microsoft.com/office/officeart/2005/8/layout/process4"/>
    <dgm:cxn modelId="{6C7E0359-7908-46FC-A18D-99B611DC152F}" srcId="{C9163CFE-8B5E-4F5A-A8EC-EFFE01304D17}" destId="{62B3D162-62B2-412A-B32F-56FA69F8AF94}" srcOrd="1" destOrd="0" parTransId="{BD295A06-54E6-49ED-912B-934D2A75435B}" sibTransId="{D21588E5-097C-4921-B257-AD80793ED175}"/>
    <dgm:cxn modelId="{6C223B81-F3CA-42E2-B230-8D145D626C9E}" type="presOf" srcId="{EDFE5C6F-EE7D-4DE8-8856-3FE16E45BE96}" destId="{FAB4AF52-B731-4933-9575-E0D955DB32F7}" srcOrd="0" destOrd="0" presId="urn:microsoft.com/office/officeart/2005/8/layout/process4"/>
    <dgm:cxn modelId="{68F7B18A-CC6F-4B6D-8AFC-D0FB6CEBE77E}" type="presOf" srcId="{0E9E751E-CFE7-4D45-9A5B-979C868DAFE4}" destId="{232AF86E-92FE-46CE-8F1B-7AFD8F06A410}" srcOrd="0" destOrd="0" presId="urn:microsoft.com/office/officeart/2005/8/layout/process4"/>
    <dgm:cxn modelId="{49744E9D-2C03-4904-B28C-3EA95FCCFDDE}" type="presOf" srcId="{8DBA7D9D-054D-42A4-BA3E-371C55477339}" destId="{0449451F-CB8B-4BB8-B65B-B4B1CF6BF47B}" srcOrd="0" destOrd="0" presId="urn:microsoft.com/office/officeart/2005/8/layout/process4"/>
    <dgm:cxn modelId="{C53B12AD-5024-4FDA-B2DB-21CC96B071E0}" srcId="{62B3D162-62B2-412A-B32F-56FA69F8AF94}" destId="{46026927-BD86-4FC7-BCD6-A60FC7373637}" srcOrd="1" destOrd="0" parTransId="{C4E05CE3-9B70-462A-9FE2-35117D315491}" sibTransId="{8D4E5D1F-E8B9-4405-94CD-FCBDD47575D9}"/>
    <dgm:cxn modelId="{9EDE75AD-D7A3-40B8-957B-AAE947E01C47}" srcId="{62B3D162-62B2-412A-B32F-56FA69F8AF94}" destId="{EDFE5C6F-EE7D-4DE8-8856-3FE16E45BE96}" srcOrd="0" destOrd="0" parTransId="{307593E1-D88D-4709-9101-234E6D17648B}" sibTransId="{75F557AD-9DB8-4FC8-99B9-F3D45D0D3CA1}"/>
    <dgm:cxn modelId="{13695FBD-6229-41B5-8610-9CFBD69479E6}" type="presOf" srcId="{C9163CFE-8B5E-4F5A-A8EC-EFFE01304D17}" destId="{07FE108B-F90A-4EEC-8893-C437AEF676C0}" srcOrd="0" destOrd="0" presId="urn:microsoft.com/office/officeart/2005/8/layout/process4"/>
    <dgm:cxn modelId="{46AB40BE-C7BC-417B-8F2F-7C02C674A410}" type="presOf" srcId="{0DE54A69-0518-4D74-920D-B8A71A847F3E}" destId="{A0576FA7-4A94-43B8-A19F-BA903D27774F}" srcOrd="0" destOrd="0" presId="urn:microsoft.com/office/officeart/2005/8/layout/process4"/>
    <dgm:cxn modelId="{8FE1C3C5-E08F-4465-8A4E-ED52AEBD038A}" srcId="{62B3D162-62B2-412A-B32F-56FA69F8AF94}" destId="{8DBA7D9D-054D-42A4-BA3E-371C55477339}" srcOrd="3" destOrd="0" parTransId="{E6E827DE-9C1C-4E0B-87B5-AA34F5CB05EF}" sibTransId="{3527659E-F868-43E2-9071-8B7696665EF7}"/>
    <dgm:cxn modelId="{B8C4CCD3-4E43-4645-B08C-9AFA3AEE0CAB}" type="presOf" srcId="{62B3D162-62B2-412A-B32F-56FA69F8AF94}" destId="{447CA5F4-ED5D-47A3-AA44-A34398872860}" srcOrd="1" destOrd="0" presId="urn:microsoft.com/office/officeart/2005/8/layout/process4"/>
    <dgm:cxn modelId="{CB207CE0-C163-4CBF-9A73-D5081E366058}" srcId="{62B3D162-62B2-412A-B32F-56FA69F8AF94}" destId="{0DE54A69-0518-4D74-920D-B8A71A847F3E}" srcOrd="2" destOrd="0" parTransId="{AD3F192C-7A05-4371-A687-348A7E06407E}" sibTransId="{1EC4F970-B04F-4282-872F-2C155FF04857}"/>
    <dgm:cxn modelId="{E251B251-AA40-4F73-A13D-2C8038718D74}" type="presParOf" srcId="{07FE108B-F90A-4EEC-8893-C437AEF676C0}" destId="{5246EB52-06E0-4CD1-A38D-D180CCF007D3}" srcOrd="0" destOrd="0" presId="urn:microsoft.com/office/officeart/2005/8/layout/process4"/>
    <dgm:cxn modelId="{7853EF45-C953-4C5F-A423-D079117FC80D}" type="presParOf" srcId="{5246EB52-06E0-4CD1-A38D-D180CCF007D3}" destId="{67F6C12E-BE45-439E-9E9F-453AFA675F86}" srcOrd="0" destOrd="0" presId="urn:microsoft.com/office/officeart/2005/8/layout/process4"/>
    <dgm:cxn modelId="{09AB172C-9A31-42E3-A0C8-79FFC3482228}" type="presParOf" srcId="{5246EB52-06E0-4CD1-A38D-D180CCF007D3}" destId="{447CA5F4-ED5D-47A3-AA44-A34398872860}" srcOrd="1" destOrd="0" presId="urn:microsoft.com/office/officeart/2005/8/layout/process4"/>
    <dgm:cxn modelId="{06C330C3-2A74-4A8B-B0F2-89665484FD66}" type="presParOf" srcId="{5246EB52-06E0-4CD1-A38D-D180CCF007D3}" destId="{0E905536-E79D-4B91-B27C-02EC12EE7F01}" srcOrd="2" destOrd="0" presId="urn:microsoft.com/office/officeart/2005/8/layout/process4"/>
    <dgm:cxn modelId="{0730D2BF-61A3-4A52-9AA4-EC36F25B6EE0}" type="presParOf" srcId="{0E905536-E79D-4B91-B27C-02EC12EE7F01}" destId="{FAB4AF52-B731-4933-9575-E0D955DB32F7}" srcOrd="0" destOrd="0" presId="urn:microsoft.com/office/officeart/2005/8/layout/process4"/>
    <dgm:cxn modelId="{5E5D182F-0F55-42E0-816B-34043C58A272}" type="presParOf" srcId="{0E905536-E79D-4B91-B27C-02EC12EE7F01}" destId="{FD542D2D-3B97-4909-96E2-DC0173A50446}" srcOrd="1" destOrd="0" presId="urn:microsoft.com/office/officeart/2005/8/layout/process4"/>
    <dgm:cxn modelId="{98D82FC6-4063-4CA1-8952-9D01C88174B9}" type="presParOf" srcId="{0E905536-E79D-4B91-B27C-02EC12EE7F01}" destId="{A0576FA7-4A94-43B8-A19F-BA903D27774F}" srcOrd="2" destOrd="0" presId="urn:microsoft.com/office/officeart/2005/8/layout/process4"/>
    <dgm:cxn modelId="{F6AF20BA-7726-4505-A9C7-4E1FDE897E44}" type="presParOf" srcId="{0E905536-E79D-4B91-B27C-02EC12EE7F01}" destId="{0449451F-CB8B-4BB8-B65B-B4B1CF6BF47B}" srcOrd="3" destOrd="0" presId="urn:microsoft.com/office/officeart/2005/8/layout/process4"/>
    <dgm:cxn modelId="{4B45435D-7821-4D59-99FA-71CC3B242295}" type="presParOf" srcId="{0E905536-E79D-4B91-B27C-02EC12EE7F01}" destId="{3984887F-23BC-41EF-825B-6D11FD3B8064}" srcOrd="4" destOrd="0" presId="urn:microsoft.com/office/officeart/2005/8/layout/process4"/>
    <dgm:cxn modelId="{227A0FAF-9A1C-4868-88EC-C8D471DDB8AD}" type="presParOf" srcId="{0E905536-E79D-4B91-B27C-02EC12EE7F01}" destId="{232AF86E-92FE-46CE-8F1B-7AFD8F06A410}" srcOrd="5" destOrd="0" presId="urn:microsoft.com/office/officeart/2005/8/layout/process4"/>
    <dgm:cxn modelId="{64184C32-B722-41D5-A7A7-D7796A0FE633}" type="presParOf" srcId="{07FE108B-F90A-4EEC-8893-C437AEF676C0}" destId="{982B6BC0-3368-4900-81C7-780F39BC562F}" srcOrd="1" destOrd="0" presId="urn:microsoft.com/office/officeart/2005/8/layout/process4"/>
    <dgm:cxn modelId="{844B14B3-6317-4DAB-9CBB-596B6613DC4B}" type="presParOf" srcId="{07FE108B-F90A-4EEC-8893-C437AEF676C0}" destId="{D1DA3433-7583-433E-B35B-D0BBDD2EBA83}" srcOrd="2" destOrd="0" presId="urn:microsoft.com/office/officeart/2005/8/layout/process4"/>
    <dgm:cxn modelId="{36CAA3C2-0993-4316-907E-E6EB449FDA25}" type="presParOf" srcId="{D1DA3433-7583-433E-B35B-D0BBDD2EBA83}" destId="{212AB334-CD0A-4E68-8CB1-2573C69369D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0AA165-8803-4A74-AC6C-D25CDCD5D1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EE2ED01-1E8D-4789-B8F8-A307DD4CF5DB}">
      <dgm:prSet/>
      <dgm:spPr/>
      <dgm:t>
        <a:bodyPr/>
        <a:lstStyle/>
        <a:p>
          <a:r>
            <a:rPr lang="en-US" b="1" i="0"/>
            <a:t>A. IA </a:t>
          </a:r>
          <a:r>
            <a:rPr lang="en-US" b="1" i="0" err="1"/>
            <a:t>generativa</a:t>
          </a:r>
          <a:r>
            <a:rPr lang="en-US" b="1" i="0"/>
            <a:t> + </a:t>
          </a:r>
          <a:r>
            <a:rPr lang="en-US" b="1" i="0" err="1"/>
            <a:t>Supabase</a:t>
          </a:r>
          <a:r>
            <a:rPr lang="en-US" b="1" i="0"/>
            <a:t> </a:t>
          </a:r>
          <a:endParaRPr lang="en-US"/>
        </a:p>
      </dgm:t>
    </dgm:pt>
    <dgm:pt modelId="{75A00FE9-2519-45EB-BBD9-2F8F4C0EE601}" type="parTrans" cxnId="{A9FFDBF8-FDAF-4C63-8BC4-8E129BDF659D}">
      <dgm:prSet/>
      <dgm:spPr/>
      <dgm:t>
        <a:bodyPr/>
        <a:lstStyle/>
        <a:p>
          <a:endParaRPr lang="en-US"/>
        </a:p>
      </dgm:t>
    </dgm:pt>
    <dgm:pt modelId="{1D4EDBD0-5E04-435B-B093-42EC832AED57}" type="sibTrans" cxnId="{A9FFDBF8-FDAF-4C63-8BC4-8E129BDF659D}">
      <dgm:prSet/>
      <dgm:spPr/>
      <dgm:t>
        <a:bodyPr/>
        <a:lstStyle/>
        <a:p>
          <a:endParaRPr lang="en-US"/>
        </a:p>
      </dgm:t>
    </dgm:pt>
    <dgm:pt modelId="{2687DFC1-668A-4DFA-9BB6-F5BF2CDA482B}">
      <dgm:prSet/>
      <dgm:spPr/>
      <dgm:t>
        <a:bodyPr/>
        <a:lstStyle/>
        <a:p>
          <a:r>
            <a:rPr lang="en-US" b="1" i="0"/>
            <a:t>B. Planes estáticos (plantillas) + CMS</a:t>
          </a:r>
          <a:endParaRPr lang="en-US"/>
        </a:p>
      </dgm:t>
    </dgm:pt>
    <dgm:pt modelId="{A24556DB-9E63-4C5A-9B01-7CD3529B3DA6}" type="parTrans" cxnId="{9F5D8760-9BC2-4DE1-82BB-75BBFBB7D413}">
      <dgm:prSet/>
      <dgm:spPr/>
      <dgm:t>
        <a:bodyPr/>
        <a:lstStyle/>
        <a:p>
          <a:endParaRPr lang="en-US"/>
        </a:p>
      </dgm:t>
    </dgm:pt>
    <dgm:pt modelId="{B198FBE0-5436-4750-8F79-0CBCAD7AC782}" type="sibTrans" cxnId="{9F5D8760-9BC2-4DE1-82BB-75BBFBB7D413}">
      <dgm:prSet/>
      <dgm:spPr/>
      <dgm:t>
        <a:bodyPr/>
        <a:lstStyle/>
        <a:p>
          <a:endParaRPr lang="en-US"/>
        </a:p>
      </dgm:t>
    </dgm:pt>
    <dgm:pt modelId="{F9C9DCC0-FB55-47EC-9A91-7A16D7E16F03}">
      <dgm:prSet/>
      <dgm:spPr/>
      <dgm:t>
        <a:bodyPr/>
        <a:lstStyle/>
        <a:p>
          <a:r>
            <a:rPr lang="en-US" b="1" i="0"/>
            <a:t>C. Marketplace de entrenadores</a:t>
          </a:r>
          <a:endParaRPr lang="en-US"/>
        </a:p>
      </dgm:t>
    </dgm:pt>
    <dgm:pt modelId="{EFD60DAD-A9E6-4F01-826F-FF3557E06BC5}" type="parTrans" cxnId="{4CE529D1-B8A3-42A2-AD36-913024E53B43}">
      <dgm:prSet/>
      <dgm:spPr/>
      <dgm:t>
        <a:bodyPr/>
        <a:lstStyle/>
        <a:p>
          <a:endParaRPr lang="en-US"/>
        </a:p>
      </dgm:t>
    </dgm:pt>
    <dgm:pt modelId="{C10DDE3B-9D2A-48B7-A4F8-3F6525256E31}" type="sibTrans" cxnId="{4CE529D1-B8A3-42A2-AD36-913024E53B43}">
      <dgm:prSet/>
      <dgm:spPr/>
      <dgm:t>
        <a:bodyPr/>
        <a:lstStyle/>
        <a:p>
          <a:endParaRPr lang="en-US"/>
        </a:p>
      </dgm:t>
    </dgm:pt>
    <dgm:pt modelId="{CB44373D-AC9E-4FFC-A2D5-AB215261C7C8}">
      <dgm:prSet/>
      <dgm:spPr/>
      <dgm:t>
        <a:bodyPr/>
        <a:lstStyle/>
        <a:p>
          <a:r>
            <a:rPr lang="en-US" b="1" i="0"/>
            <a:t>D. IA open‑source on‑prem (futuro)</a:t>
          </a:r>
          <a:br>
            <a:rPr lang="en-US" b="0" i="0"/>
          </a:br>
          <a:endParaRPr lang="en-US"/>
        </a:p>
      </dgm:t>
    </dgm:pt>
    <dgm:pt modelId="{F436E5F9-FF9D-4ED5-AC75-CD63F6A96287}" type="parTrans" cxnId="{0327A283-A6C2-4542-AB98-3743D16526C0}">
      <dgm:prSet/>
      <dgm:spPr/>
      <dgm:t>
        <a:bodyPr/>
        <a:lstStyle/>
        <a:p>
          <a:endParaRPr lang="en-US"/>
        </a:p>
      </dgm:t>
    </dgm:pt>
    <dgm:pt modelId="{786B23EB-4BFF-4ED2-8482-565E7DC85A14}" type="sibTrans" cxnId="{0327A283-A6C2-4542-AB98-3743D16526C0}">
      <dgm:prSet/>
      <dgm:spPr/>
      <dgm:t>
        <a:bodyPr/>
        <a:lstStyle/>
        <a:p>
          <a:endParaRPr lang="en-US"/>
        </a:p>
      </dgm:t>
    </dgm:pt>
    <dgm:pt modelId="{8899CB86-2462-475C-8ADB-114C0544F064}" type="pres">
      <dgm:prSet presAssocID="{A40AA165-8803-4A74-AC6C-D25CDCD5D1ED}" presName="root" presStyleCnt="0">
        <dgm:presLayoutVars>
          <dgm:dir/>
          <dgm:resizeHandles val="exact"/>
        </dgm:presLayoutVars>
      </dgm:prSet>
      <dgm:spPr/>
    </dgm:pt>
    <dgm:pt modelId="{904A48AB-6C50-4439-B310-16C314CC8F15}" type="pres">
      <dgm:prSet presAssocID="{BEE2ED01-1E8D-4789-B8F8-A307DD4CF5DB}" presName="compNode" presStyleCnt="0"/>
      <dgm:spPr/>
    </dgm:pt>
    <dgm:pt modelId="{A1DBFE51-F072-42EB-B820-E932B2920C1C}" type="pres">
      <dgm:prSet presAssocID="{BEE2ED01-1E8D-4789-B8F8-A307DD4CF5DB}" presName="bgRect" presStyleLbl="bgShp" presStyleIdx="0" presStyleCnt="4"/>
      <dgm:spPr/>
    </dgm:pt>
    <dgm:pt modelId="{C1AB390B-CAE5-499D-A967-E1101618325C}" type="pres">
      <dgm:prSet presAssocID="{BEE2ED01-1E8D-4789-B8F8-A307DD4CF5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4838B05-8EA8-4B89-9C0A-FF25CC011EDE}" type="pres">
      <dgm:prSet presAssocID="{BEE2ED01-1E8D-4789-B8F8-A307DD4CF5DB}" presName="spaceRect" presStyleCnt="0"/>
      <dgm:spPr/>
    </dgm:pt>
    <dgm:pt modelId="{DBC68D79-D0D8-4DBC-BFF1-C13FD4FD8389}" type="pres">
      <dgm:prSet presAssocID="{BEE2ED01-1E8D-4789-B8F8-A307DD4CF5DB}" presName="parTx" presStyleLbl="revTx" presStyleIdx="0" presStyleCnt="4">
        <dgm:presLayoutVars>
          <dgm:chMax val="0"/>
          <dgm:chPref val="0"/>
        </dgm:presLayoutVars>
      </dgm:prSet>
      <dgm:spPr/>
    </dgm:pt>
    <dgm:pt modelId="{8EC6B530-BA7A-49CC-9E58-78F6FFB4344D}" type="pres">
      <dgm:prSet presAssocID="{1D4EDBD0-5E04-435B-B093-42EC832AED57}" presName="sibTrans" presStyleCnt="0"/>
      <dgm:spPr/>
    </dgm:pt>
    <dgm:pt modelId="{14C03FBE-A2F7-4023-A3E2-BA0D7C52E486}" type="pres">
      <dgm:prSet presAssocID="{2687DFC1-668A-4DFA-9BB6-F5BF2CDA482B}" presName="compNode" presStyleCnt="0"/>
      <dgm:spPr/>
    </dgm:pt>
    <dgm:pt modelId="{F824F120-13C6-499A-870A-6125D7B2E6A2}" type="pres">
      <dgm:prSet presAssocID="{2687DFC1-668A-4DFA-9BB6-F5BF2CDA482B}" presName="bgRect" presStyleLbl="bgShp" presStyleIdx="1" presStyleCnt="4"/>
      <dgm:spPr/>
    </dgm:pt>
    <dgm:pt modelId="{787C7B1B-3A4A-456A-99C0-6E3B57DD0A71}" type="pres">
      <dgm:prSet presAssocID="{2687DFC1-668A-4DFA-9BB6-F5BF2CDA48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BFD5714-801D-4AC2-87B6-8C8DC1A7440C}" type="pres">
      <dgm:prSet presAssocID="{2687DFC1-668A-4DFA-9BB6-F5BF2CDA482B}" presName="spaceRect" presStyleCnt="0"/>
      <dgm:spPr/>
    </dgm:pt>
    <dgm:pt modelId="{1F09DDED-23C2-4164-8573-011A43B73242}" type="pres">
      <dgm:prSet presAssocID="{2687DFC1-668A-4DFA-9BB6-F5BF2CDA482B}" presName="parTx" presStyleLbl="revTx" presStyleIdx="1" presStyleCnt="4">
        <dgm:presLayoutVars>
          <dgm:chMax val="0"/>
          <dgm:chPref val="0"/>
        </dgm:presLayoutVars>
      </dgm:prSet>
      <dgm:spPr/>
    </dgm:pt>
    <dgm:pt modelId="{75CC37F6-1ADE-45FA-BCE5-AD346BCDBBCB}" type="pres">
      <dgm:prSet presAssocID="{B198FBE0-5436-4750-8F79-0CBCAD7AC782}" presName="sibTrans" presStyleCnt="0"/>
      <dgm:spPr/>
    </dgm:pt>
    <dgm:pt modelId="{FA6B26E7-3F6E-4177-A8EE-968EAF879C40}" type="pres">
      <dgm:prSet presAssocID="{F9C9DCC0-FB55-47EC-9A91-7A16D7E16F03}" presName="compNode" presStyleCnt="0"/>
      <dgm:spPr/>
    </dgm:pt>
    <dgm:pt modelId="{F6366D0E-60C2-4999-A670-2547BB9DE077}" type="pres">
      <dgm:prSet presAssocID="{F9C9DCC0-FB55-47EC-9A91-7A16D7E16F03}" presName="bgRect" presStyleLbl="bgShp" presStyleIdx="2" presStyleCnt="4"/>
      <dgm:spPr/>
    </dgm:pt>
    <dgm:pt modelId="{0FBB90B1-2E54-4275-A20C-8DAAB5E42447}" type="pres">
      <dgm:prSet presAssocID="{F9C9DCC0-FB55-47EC-9A91-7A16D7E16F0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918620F-9456-484F-B5E6-B5B507F5D4E1}" type="pres">
      <dgm:prSet presAssocID="{F9C9DCC0-FB55-47EC-9A91-7A16D7E16F03}" presName="spaceRect" presStyleCnt="0"/>
      <dgm:spPr/>
    </dgm:pt>
    <dgm:pt modelId="{CAB9E240-136B-43D2-8CCA-5A9280E8F071}" type="pres">
      <dgm:prSet presAssocID="{F9C9DCC0-FB55-47EC-9A91-7A16D7E16F03}" presName="parTx" presStyleLbl="revTx" presStyleIdx="2" presStyleCnt="4">
        <dgm:presLayoutVars>
          <dgm:chMax val="0"/>
          <dgm:chPref val="0"/>
        </dgm:presLayoutVars>
      </dgm:prSet>
      <dgm:spPr/>
    </dgm:pt>
    <dgm:pt modelId="{AB5C70E4-01AC-4055-BC66-0CD1E5717F29}" type="pres">
      <dgm:prSet presAssocID="{C10DDE3B-9D2A-48B7-A4F8-3F6525256E31}" presName="sibTrans" presStyleCnt="0"/>
      <dgm:spPr/>
    </dgm:pt>
    <dgm:pt modelId="{9E7D17B9-16D5-4CFA-BED2-B9614B592CBD}" type="pres">
      <dgm:prSet presAssocID="{CB44373D-AC9E-4FFC-A2D5-AB215261C7C8}" presName="compNode" presStyleCnt="0"/>
      <dgm:spPr/>
    </dgm:pt>
    <dgm:pt modelId="{913C0F61-B608-49AA-A618-ADEFD070BF84}" type="pres">
      <dgm:prSet presAssocID="{CB44373D-AC9E-4FFC-A2D5-AB215261C7C8}" presName="bgRect" presStyleLbl="bgShp" presStyleIdx="3" presStyleCnt="4"/>
      <dgm:spPr/>
    </dgm:pt>
    <dgm:pt modelId="{E13225ED-19C2-47EB-8729-8A6C81F50FFB}" type="pres">
      <dgm:prSet presAssocID="{CB44373D-AC9E-4FFC-A2D5-AB215261C7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89F33C6-7CC4-48AD-B932-9D89EC17C63D}" type="pres">
      <dgm:prSet presAssocID="{CB44373D-AC9E-4FFC-A2D5-AB215261C7C8}" presName="spaceRect" presStyleCnt="0"/>
      <dgm:spPr/>
    </dgm:pt>
    <dgm:pt modelId="{6B1B7A9B-2B98-44D0-BF55-72775FE2B51F}" type="pres">
      <dgm:prSet presAssocID="{CB44373D-AC9E-4FFC-A2D5-AB215261C7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BC03D02-D672-4F7B-9479-08DA92FE81F8}" type="presOf" srcId="{2687DFC1-668A-4DFA-9BB6-F5BF2CDA482B}" destId="{1F09DDED-23C2-4164-8573-011A43B73242}" srcOrd="0" destOrd="0" presId="urn:microsoft.com/office/officeart/2018/2/layout/IconVerticalSolidList"/>
    <dgm:cxn modelId="{4727E30A-25DF-40F7-9C09-82ED73C4D4BF}" type="presOf" srcId="{CB44373D-AC9E-4FFC-A2D5-AB215261C7C8}" destId="{6B1B7A9B-2B98-44D0-BF55-72775FE2B51F}" srcOrd="0" destOrd="0" presId="urn:microsoft.com/office/officeart/2018/2/layout/IconVerticalSolidList"/>
    <dgm:cxn modelId="{9F5D8760-9BC2-4DE1-82BB-75BBFBB7D413}" srcId="{A40AA165-8803-4A74-AC6C-D25CDCD5D1ED}" destId="{2687DFC1-668A-4DFA-9BB6-F5BF2CDA482B}" srcOrd="1" destOrd="0" parTransId="{A24556DB-9E63-4C5A-9B01-7CD3529B3DA6}" sibTransId="{B198FBE0-5436-4750-8F79-0CBCAD7AC782}"/>
    <dgm:cxn modelId="{0327A283-A6C2-4542-AB98-3743D16526C0}" srcId="{A40AA165-8803-4A74-AC6C-D25CDCD5D1ED}" destId="{CB44373D-AC9E-4FFC-A2D5-AB215261C7C8}" srcOrd="3" destOrd="0" parTransId="{F436E5F9-FF9D-4ED5-AC75-CD63F6A96287}" sibTransId="{786B23EB-4BFF-4ED2-8482-565E7DC85A14}"/>
    <dgm:cxn modelId="{29B80096-7204-4349-AD64-AA77CF750551}" type="presOf" srcId="{F9C9DCC0-FB55-47EC-9A91-7A16D7E16F03}" destId="{CAB9E240-136B-43D2-8CCA-5A9280E8F071}" srcOrd="0" destOrd="0" presId="urn:microsoft.com/office/officeart/2018/2/layout/IconVerticalSolidList"/>
    <dgm:cxn modelId="{00A043AD-0557-49B2-8168-B7412039D1FC}" type="presOf" srcId="{BEE2ED01-1E8D-4789-B8F8-A307DD4CF5DB}" destId="{DBC68D79-D0D8-4DBC-BFF1-C13FD4FD8389}" srcOrd="0" destOrd="0" presId="urn:microsoft.com/office/officeart/2018/2/layout/IconVerticalSolidList"/>
    <dgm:cxn modelId="{463D0ECE-A465-4FFC-8AF7-99B658905829}" type="presOf" srcId="{A40AA165-8803-4A74-AC6C-D25CDCD5D1ED}" destId="{8899CB86-2462-475C-8ADB-114C0544F064}" srcOrd="0" destOrd="0" presId="urn:microsoft.com/office/officeart/2018/2/layout/IconVerticalSolidList"/>
    <dgm:cxn modelId="{4CE529D1-B8A3-42A2-AD36-913024E53B43}" srcId="{A40AA165-8803-4A74-AC6C-D25CDCD5D1ED}" destId="{F9C9DCC0-FB55-47EC-9A91-7A16D7E16F03}" srcOrd="2" destOrd="0" parTransId="{EFD60DAD-A9E6-4F01-826F-FF3557E06BC5}" sibTransId="{C10DDE3B-9D2A-48B7-A4F8-3F6525256E31}"/>
    <dgm:cxn modelId="{A9FFDBF8-FDAF-4C63-8BC4-8E129BDF659D}" srcId="{A40AA165-8803-4A74-AC6C-D25CDCD5D1ED}" destId="{BEE2ED01-1E8D-4789-B8F8-A307DD4CF5DB}" srcOrd="0" destOrd="0" parTransId="{75A00FE9-2519-45EB-BBD9-2F8F4C0EE601}" sibTransId="{1D4EDBD0-5E04-435B-B093-42EC832AED57}"/>
    <dgm:cxn modelId="{AA032D6C-2C29-4268-AEE8-FDE9396066FD}" type="presParOf" srcId="{8899CB86-2462-475C-8ADB-114C0544F064}" destId="{904A48AB-6C50-4439-B310-16C314CC8F15}" srcOrd="0" destOrd="0" presId="urn:microsoft.com/office/officeart/2018/2/layout/IconVerticalSolidList"/>
    <dgm:cxn modelId="{8E5FD29E-D578-47EE-9FC8-C259283D0F23}" type="presParOf" srcId="{904A48AB-6C50-4439-B310-16C314CC8F15}" destId="{A1DBFE51-F072-42EB-B820-E932B2920C1C}" srcOrd="0" destOrd="0" presId="urn:microsoft.com/office/officeart/2018/2/layout/IconVerticalSolidList"/>
    <dgm:cxn modelId="{BE392354-16D3-49B6-BBF6-9DF781B9DC19}" type="presParOf" srcId="{904A48AB-6C50-4439-B310-16C314CC8F15}" destId="{C1AB390B-CAE5-499D-A967-E1101618325C}" srcOrd="1" destOrd="0" presId="urn:microsoft.com/office/officeart/2018/2/layout/IconVerticalSolidList"/>
    <dgm:cxn modelId="{9E6B869D-1D2D-4D2F-A376-E5D8061FC011}" type="presParOf" srcId="{904A48AB-6C50-4439-B310-16C314CC8F15}" destId="{E4838B05-8EA8-4B89-9C0A-FF25CC011EDE}" srcOrd="2" destOrd="0" presId="urn:microsoft.com/office/officeart/2018/2/layout/IconVerticalSolidList"/>
    <dgm:cxn modelId="{87F61915-D29D-4797-ADE2-8DCBF824EE84}" type="presParOf" srcId="{904A48AB-6C50-4439-B310-16C314CC8F15}" destId="{DBC68D79-D0D8-4DBC-BFF1-C13FD4FD8389}" srcOrd="3" destOrd="0" presId="urn:microsoft.com/office/officeart/2018/2/layout/IconVerticalSolidList"/>
    <dgm:cxn modelId="{2CA90BBC-258A-44C8-A13B-3997DE1C75C6}" type="presParOf" srcId="{8899CB86-2462-475C-8ADB-114C0544F064}" destId="{8EC6B530-BA7A-49CC-9E58-78F6FFB4344D}" srcOrd="1" destOrd="0" presId="urn:microsoft.com/office/officeart/2018/2/layout/IconVerticalSolidList"/>
    <dgm:cxn modelId="{9DE947ED-B5DC-4BEC-8616-59489E66B2E3}" type="presParOf" srcId="{8899CB86-2462-475C-8ADB-114C0544F064}" destId="{14C03FBE-A2F7-4023-A3E2-BA0D7C52E486}" srcOrd="2" destOrd="0" presId="urn:microsoft.com/office/officeart/2018/2/layout/IconVerticalSolidList"/>
    <dgm:cxn modelId="{2B023A12-4B89-4BDD-ABD2-072648847FF9}" type="presParOf" srcId="{14C03FBE-A2F7-4023-A3E2-BA0D7C52E486}" destId="{F824F120-13C6-499A-870A-6125D7B2E6A2}" srcOrd="0" destOrd="0" presId="urn:microsoft.com/office/officeart/2018/2/layout/IconVerticalSolidList"/>
    <dgm:cxn modelId="{17482A8D-22F9-4A0A-9068-4C955941E6EC}" type="presParOf" srcId="{14C03FBE-A2F7-4023-A3E2-BA0D7C52E486}" destId="{787C7B1B-3A4A-456A-99C0-6E3B57DD0A71}" srcOrd="1" destOrd="0" presId="urn:microsoft.com/office/officeart/2018/2/layout/IconVerticalSolidList"/>
    <dgm:cxn modelId="{46EBD1DF-5573-41FB-AFB6-3CF86ABF4CE9}" type="presParOf" srcId="{14C03FBE-A2F7-4023-A3E2-BA0D7C52E486}" destId="{BBFD5714-801D-4AC2-87B6-8C8DC1A7440C}" srcOrd="2" destOrd="0" presId="urn:microsoft.com/office/officeart/2018/2/layout/IconVerticalSolidList"/>
    <dgm:cxn modelId="{27B42CBB-1E25-4792-87E6-1C39B65D958C}" type="presParOf" srcId="{14C03FBE-A2F7-4023-A3E2-BA0D7C52E486}" destId="{1F09DDED-23C2-4164-8573-011A43B73242}" srcOrd="3" destOrd="0" presId="urn:microsoft.com/office/officeart/2018/2/layout/IconVerticalSolidList"/>
    <dgm:cxn modelId="{F2EAE8C7-EDA3-48E4-8DCB-BE228AE5C6C5}" type="presParOf" srcId="{8899CB86-2462-475C-8ADB-114C0544F064}" destId="{75CC37F6-1ADE-45FA-BCE5-AD346BCDBBCB}" srcOrd="3" destOrd="0" presId="urn:microsoft.com/office/officeart/2018/2/layout/IconVerticalSolidList"/>
    <dgm:cxn modelId="{DF21E2E3-B598-4E28-B15F-E50B0C59AC2C}" type="presParOf" srcId="{8899CB86-2462-475C-8ADB-114C0544F064}" destId="{FA6B26E7-3F6E-4177-A8EE-968EAF879C40}" srcOrd="4" destOrd="0" presId="urn:microsoft.com/office/officeart/2018/2/layout/IconVerticalSolidList"/>
    <dgm:cxn modelId="{E1C8DA71-253A-4280-BB81-A68ADA47A41D}" type="presParOf" srcId="{FA6B26E7-3F6E-4177-A8EE-968EAF879C40}" destId="{F6366D0E-60C2-4999-A670-2547BB9DE077}" srcOrd="0" destOrd="0" presId="urn:microsoft.com/office/officeart/2018/2/layout/IconVerticalSolidList"/>
    <dgm:cxn modelId="{95ABE651-AE80-4AC7-B784-991670B63C68}" type="presParOf" srcId="{FA6B26E7-3F6E-4177-A8EE-968EAF879C40}" destId="{0FBB90B1-2E54-4275-A20C-8DAAB5E42447}" srcOrd="1" destOrd="0" presId="urn:microsoft.com/office/officeart/2018/2/layout/IconVerticalSolidList"/>
    <dgm:cxn modelId="{455A03DD-6B1C-47C2-A065-404DC81C7943}" type="presParOf" srcId="{FA6B26E7-3F6E-4177-A8EE-968EAF879C40}" destId="{D918620F-9456-484F-B5E6-B5B507F5D4E1}" srcOrd="2" destOrd="0" presId="urn:microsoft.com/office/officeart/2018/2/layout/IconVerticalSolidList"/>
    <dgm:cxn modelId="{D6BD3454-AF48-4B57-BAD3-DCEDC4C8B552}" type="presParOf" srcId="{FA6B26E7-3F6E-4177-A8EE-968EAF879C40}" destId="{CAB9E240-136B-43D2-8CCA-5A9280E8F071}" srcOrd="3" destOrd="0" presId="urn:microsoft.com/office/officeart/2018/2/layout/IconVerticalSolidList"/>
    <dgm:cxn modelId="{8DEC5961-7B59-437E-B2DD-9E34736F893A}" type="presParOf" srcId="{8899CB86-2462-475C-8ADB-114C0544F064}" destId="{AB5C70E4-01AC-4055-BC66-0CD1E5717F29}" srcOrd="5" destOrd="0" presId="urn:microsoft.com/office/officeart/2018/2/layout/IconVerticalSolidList"/>
    <dgm:cxn modelId="{5F0EA62A-2211-403F-B4CA-7ED08B5547DA}" type="presParOf" srcId="{8899CB86-2462-475C-8ADB-114C0544F064}" destId="{9E7D17B9-16D5-4CFA-BED2-B9614B592CBD}" srcOrd="6" destOrd="0" presId="urn:microsoft.com/office/officeart/2018/2/layout/IconVerticalSolidList"/>
    <dgm:cxn modelId="{9F9BB03B-EFB0-4CAB-AA3C-D3BF0F9F493A}" type="presParOf" srcId="{9E7D17B9-16D5-4CFA-BED2-B9614B592CBD}" destId="{913C0F61-B608-49AA-A618-ADEFD070BF84}" srcOrd="0" destOrd="0" presId="urn:microsoft.com/office/officeart/2018/2/layout/IconVerticalSolidList"/>
    <dgm:cxn modelId="{193F2F62-D169-48CF-A5B7-14E1A62C8E52}" type="presParOf" srcId="{9E7D17B9-16D5-4CFA-BED2-B9614B592CBD}" destId="{E13225ED-19C2-47EB-8729-8A6C81F50FFB}" srcOrd="1" destOrd="0" presId="urn:microsoft.com/office/officeart/2018/2/layout/IconVerticalSolidList"/>
    <dgm:cxn modelId="{DF08768D-586E-4F30-BF15-190C1ED0ECB3}" type="presParOf" srcId="{9E7D17B9-16D5-4CFA-BED2-B9614B592CBD}" destId="{689F33C6-7CC4-48AD-B932-9D89EC17C63D}" srcOrd="2" destOrd="0" presId="urn:microsoft.com/office/officeart/2018/2/layout/IconVerticalSolidList"/>
    <dgm:cxn modelId="{61A61EE3-8AAD-43C4-887B-7AD3F4605F04}" type="presParOf" srcId="{9E7D17B9-16D5-4CFA-BED2-B9614B592CBD}" destId="{6B1B7A9B-2B98-44D0-BF55-72775FE2B5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E72382C-99F6-4EE7-AFFE-03984BCDA0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381C74-DB38-42C4-97F5-01FFF6381685}">
      <dgm:prSet custT="1"/>
      <dgm:spPr/>
      <dgm:t>
        <a:bodyPr/>
        <a:lstStyle/>
        <a:p>
          <a:r>
            <a:rPr lang="en-US" sz="2000" b="1"/>
            <a:t>IA generativa + Supabase (elegida) </a:t>
          </a:r>
          <a:br>
            <a:rPr lang="en-US" sz="2000" b="1"/>
          </a:br>
          <a:endParaRPr lang="en-US" sz="2000"/>
        </a:p>
      </dgm:t>
    </dgm:pt>
    <dgm:pt modelId="{32095613-BAF4-462B-8B94-BF162BC3C2E8}" type="parTrans" cxnId="{DDE66D9A-7B5D-4C76-BFB5-CA9CB9D80006}">
      <dgm:prSet/>
      <dgm:spPr/>
      <dgm:t>
        <a:bodyPr/>
        <a:lstStyle/>
        <a:p>
          <a:endParaRPr lang="en-US" sz="2800"/>
        </a:p>
      </dgm:t>
    </dgm:pt>
    <dgm:pt modelId="{0976B7B2-655A-4B4C-8DE5-FFAA1762E718}" type="sibTrans" cxnId="{DDE66D9A-7B5D-4C76-BFB5-CA9CB9D80006}">
      <dgm:prSet/>
      <dgm:spPr/>
      <dgm:t>
        <a:bodyPr/>
        <a:lstStyle/>
        <a:p>
          <a:endParaRPr lang="en-US" sz="2800"/>
        </a:p>
      </dgm:t>
    </dgm:pt>
    <dgm:pt modelId="{070B6C57-CE6A-4E07-875B-4F20E8E5ACFD}">
      <dgm:prSet custT="1"/>
      <dgm:spPr/>
      <dgm:t>
        <a:bodyPr/>
        <a:lstStyle/>
        <a:p>
          <a:r>
            <a:rPr lang="en-US" sz="1800" b="1" err="1"/>
            <a:t>Razones</a:t>
          </a:r>
          <a:br>
            <a:rPr lang="en-US" sz="1800"/>
          </a:br>
          <a:r>
            <a:rPr lang="en-US" sz="1800" err="1"/>
            <a:t>Privacidad</a:t>
          </a:r>
          <a:r>
            <a:rPr lang="en-US" sz="1800"/>
            <a:t> y control de </a:t>
          </a:r>
          <a:r>
            <a:rPr lang="en-US" sz="1800" err="1"/>
            <a:t>datos</a:t>
          </a:r>
          <a:r>
            <a:rPr lang="en-US" sz="1800"/>
            <a:t> (RLS), </a:t>
          </a:r>
          <a:r>
            <a:rPr lang="en-US" sz="1800" b="1" err="1"/>
            <a:t>rapidez</a:t>
          </a:r>
          <a:r>
            <a:rPr lang="en-US" sz="1800" b="1"/>
            <a:t> de </a:t>
          </a:r>
          <a:r>
            <a:rPr lang="en-US" sz="1800" b="1" err="1"/>
            <a:t>iteración</a:t>
          </a:r>
          <a:r>
            <a:rPr lang="en-US" sz="1800"/>
            <a:t>, </a:t>
          </a:r>
          <a:r>
            <a:rPr lang="en-US" sz="1800" err="1"/>
            <a:t>personalización</a:t>
          </a:r>
          <a:r>
            <a:rPr lang="en-US" sz="1800"/>
            <a:t> </a:t>
          </a:r>
          <a:r>
            <a:rPr lang="en-US" sz="1800" err="1"/>
            <a:t>en</a:t>
          </a:r>
          <a:r>
            <a:rPr lang="en-US" sz="1800"/>
            <a:t> </a:t>
          </a:r>
          <a:r>
            <a:rPr lang="en-US" sz="1800" err="1"/>
            <a:t>español</a:t>
          </a:r>
          <a:r>
            <a:rPr lang="en-US" sz="1800"/>
            <a:t> y </a:t>
          </a:r>
          <a:r>
            <a:rPr lang="en-US" sz="1800" b="1" err="1"/>
            <a:t>coste</a:t>
          </a:r>
          <a:r>
            <a:rPr lang="en-US" sz="1800" b="1"/>
            <a:t>/</a:t>
          </a:r>
          <a:r>
            <a:rPr lang="en-US" sz="1800" b="1" err="1"/>
            <a:t>latencia</a:t>
          </a:r>
          <a:r>
            <a:rPr lang="en-US" sz="1800"/>
            <a:t> </a:t>
          </a:r>
          <a:r>
            <a:rPr lang="en-US" sz="1800" err="1"/>
            <a:t>competitivos</a:t>
          </a:r>
          <a:r>
            <a:rPr lang="en-US" sz="1800"/>
            <a:t>.</a:t>
          </a:r>
          <a:br>
            <a:rPr lang="en-US" sz="2000"/>
          </a:br>
          <a:endParaRPr lang="en-US" sz="2000"/>
        </a:p>
      </dgm:t>
    </dgm:pt>
    <dgm:pt modelId="{FB46D73C-6BD8-4F01-BC17-CA4DC380B40B}" type="parTrans" cxnId="{5B153D7A-6700-47C7-A03F-C275EE3BFFF5}">
      <dgm:prSet/>
      <dgm:spPr/>
      <dgm:t>
        <a:bodyPr/>
        <a:lstStyle/>
        <a:p>
          <a:endParaRPr lang="en-US" sz="2800"/>
        </a:p>
      </dgm:t>
    </dgm:pt>
    <dgm:pt modelId="{51224048-5227-459B-8285-8268F0F06E7D}" type="sibTrans" cxnId="{5B153D7A-6700-47C7-A03F-C275EE3BFFF5}">
      <dgm:prSet/>
      <dgm:spPr/>
      <dgm:t>
        <a:bodyPr/>
        <a:lstStyle/>
        <a:p>
          <a:endParaRPr lang="en-US" sz="2800"/>
        </a:p>
      </dgm:t>
    </dgm:pt>
    <dgm:pt modelId="{80A9650A-9C08-46ED-815D-B190A2F7132E}">
      <dgm:prSet custT="1"/>
      <dgm:spPr/>
      <dgm:t>
        <a:bodyPr/>
        <a:lstStyle/>
        <a:p>
          <a:pPr algn="l"/>
          <a:r>
            <a:rPr lang="en-US" sz="1800" b="1" err="1"/>
            <a:t>Arquitectura</a:t>
          </a:r>
          <a:br>
            <a:rPr lang="en-US" sz="1800"/>
          </a:br>
          <a:r>
            <a:rPr lang="en-US" sz="1800"/>
            <a:t>App (Expo RN) + </a:t>
          </a:r>
          <a:r>
            <a:rPr lang="en-US" sz="1800" b="1"/>
            <a:t>IA Gemini 2.5‑flash</a:t>
          </a:r>
          <a:r>
            <a:rPr lang="en-US" sz="1800"/>
            <a:t> ↔ </a:t>
          </a:r>
          <a:r>
            <a:rPr lang="en-US" sz="1800" b="1" err="1"/>
            <a:t>Supabase</a:t>
          </a:r>
          <a:r>
            <a:rPr lang="en-US" sz="1800" b="1"/>
            <a:t> Auth</a:t>
          </a:r>
          <a:r>
            <a:rPr lang="en-US" sz="1800"/>
            <a:t> → </a:t>
          </a:r>
          <a:r>
            <a:rPr lang="en-US" sz="1800" b="1"/>
            <a:t>Edge Functions</a:t>
          </a:r>
          <a:r>
            <a:rPr lang="en-US" sz="1800"/>
            <a:t> → </a:t>
          </a:r>
          <a:r>
            <a:rPr lang="en-US" sz="1800" b="1"/>
            <a:t>PostgreSQL</a:t>
          </a:r>
          <a:endParaRPr lang="en-US" sz="1800"/>
        </a:p>
      </dgm:t>
    </dgm:pt>
    <dgm:pt modelId="{51AACCBD-E802-4AAE-A3A2-3800AE4794FD}" type="parTrans" cxnId="{1D07C891-643E-426D-826A-043B2128E0E6}">
      <dgm:prSet/>
      <dgm:spPr/>
      <dgm:t>
        <a:bodyPr/>
        <a:lstStyle/>
        <a:p>
          <a:endParaRPr lang="en-US" sz="2800"/>
        </a:p>
      </dgm:t>
    </dgm:pt>
    <dgm:pt modelId="{AE98340E-7412-4D1D-ADEA-317E9F116AE0}" type="sibTrans" cxnId="{1D07C891-643E-426D-826A-043B2128E0E6}">
      <dgm:prSet/>
      <dgm:spPr/>
      <dgm:t>
        <a:bodyPr/>
        <a:lstStyle/>
        <a:p>
          <a:endParaRPr lang="en-US" sz="2800"/>
        </a:p>
      </dgm:t>
    </dgm:pt>
    <dgm:pt modelId="{8E3F4FD8-1D66-4E56-8DA1-E6208326FEEC}">
      <dgm:prSet custT="1"/>
      <dgm:spPr/>
      <dgm:t>
        <a:bodyPr/>
        <a:lstStyle/>
        <a:p>
          <a:r>
            <a:rPr lang="en-US" sz="2000" b="1"/>
            <a:t>Metodología</a:t>
          </a:r>
          <a:br>
            <a:rPr lang="en-US" sz="2000"/>
          </a:br>
          <a:r>
            <a:rPr lang="en-US" sz="2000"/>
            <a:t>Scrumban (12–15 semanas, releases quincenales).</a:t>
          </a:r>
        </a:p>
      </dgm:t>
    </dgm:pt>
    <dgm:pt modelId="{99E9A567-5D26-4006-A367-CBB39AE0F9A1}" type="parTrans" cxnId="{AFC152D3-262C-47A6-BC59-79D4CD34B2CB}">
      <dgm:prSet/>
      <dgm:spPr/>
      <dgm:t>
        <a:bodyPr/>
        <a:lstStyle/>
        <a:p>
          <a:endParaRPr lang="en-US" sz="2800"/>
        </a:p>
      </dgm:t>
    </dgm:pt>
    <dgm:pt modelId="{493E6327-9789-4480-BEE9-BFE71168612E}" type="sibTrans" cxnId="{AFC152D3-262C-47A6-BC59-79D4CD34B2CB}">
      <dgm:prSet/>
      <dgm:spPr/>
      <dgm:t>
        <a:bodyPr/>
        <a:lstStyle/>
        <a:p>
          <a:endParaRPr lang="en-US" sz="2800"/>
        </a:p>
      </dgm:t>
    </dgm:pt>
    <dgm:pt modelId="{83972285-91A1-4B19-9168-8B647A8B08A3}" type="pres">
      <dgm:prSet presAssocID="{2E72382C-99F6-4EE7-AFFE-03984BCDA092}" presName="root" presStyleCnt="0">
        <dgm:presLayoutVars>
          <dgm:dir/>
          <dgm:resizeHandles val="exact"/>
        </dgm:presLayoutVars>
      </dgm:prSet>
      <dgm:spPr/>
    </dgm:pt>
    <dgm:pt modelId="{C5CCD550-BDA1-4DE7-8EFC-9F2349B437BA}" type="pres">
      <dgm:prSet presAssocID="{44381C74-DB38-42C4-97F5-01FFF6381685}" presName="compNode" presStyleCnt="0"/>
      <dgm:spPr/>
    </dgm:pt>
    <dgm:pt modelId="{E401FAA4-F5FC-4AF2-B48D-1E815E717D63}" type="pres">
      <dgm:prSet presAssocID="{44381C74-DB38-42C4-97F5-01FFF6381685}" presName="bgRect" presStyleLbl="bgShp" presStyleIdx="0" presStyleCnt="4"/>
      <dgm:spPr/>
    </dgm:pt>
    <dgm:pt modelId="{3CAB52A5-79A6-469B-BCA2-0336666BC4DC}" type="pres">
      <dgm:prSet presAssocID="{44381C74-DB38-42C4-97F5-01FFF63816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19DF698-A68F-4BEE-83A8-90E8BC53F3CE}" type="pres">
      <dgm:prSet presAssocID="{44381C74-DB38-42C4-97F5-01FFF6381685}" presName="spaceRect" presStyleCnt="0"/>
      <dgm:spPr/>
    </dgm:pt>
    <dgm:pt modelId="{BF908753-78F1-44FB-BA4A-58F2B3D81E2F}" type="pres">
      <dgm:prSet presAssocID="{44381C74-DB38-42C4-97F5-01FFF6381685}" presName="parTx" presStyleLbl="revTx" presStyleIdx="0" presStyleCnt="4">
        <dgm:presLayoutVars>
          <dgm:chMax val="0"/>
          <dgm:chPref val="0"/>
        </dgm:presLayoutVars>
      </dgm:prSet>
      <dgm:spPr/>
    </dgm:pt>
    <dgm:pt modelId="{BAFB53C5-A7EE-4320-96B6-8F362BAE9EE5}" type="pres">
      <dgm:prSet presAssocID="{0976B7B2-655A-4B4C-8DE5-FFAA1762E718}" presName="sibTrans" presStyleCnt="0"/>
      <dgm:spPr/>
    </dgm:pt>
    <dgm:pt modelId="{4F65D6EA-B6C5-4727-8A52-59BEEAABCA8F}" type="pres">
      <dgm:prSet presAssocID="{070B6C57-CE6A-4E07-875B-4F20E8E5ACFD}" presName="compNode" presStyleCnt="0"/>
      <dgm:spPr/>
    </dgm:pt>
    <dgm:pt modelId="{86289BC7-B95D-4422-AB88-D4A7BA58C7B8}" type="pres">
      <dgm:prSet presAssocID="{070B6C57-CE6A-4E07-875B-4F20E8E5ACFD}" presName="bgRect" presStyleLbl="bgShp" presStyleIdx="1" presStyleCnt="4"/>
      <dgm:spPr/>
    </dgm:pt>
    <dgm:pt modelId="{1F6B0D99-625C-4D11-83AD-0C9BFF53D9A1}" type="pres">
      <dgm:prSet presAssocID="{070B6C57-CE6A-4E07-875B-4F20E8E5ACF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5D313F8-526B-4C78-A7A0-414D647BB54D}" type="pres">
      <dgm:prSet presAssocID="{070B6C57-CE6A-4E07-875B-4F20E8E5ACFD}" presName="spaceRect" presStyleCnt="0"/>
      <dgm:spPr/>
    </dgm:pt>
    <dgm:pt modelId="{D1C7ED16-669E-4468-9570-5F36F0BC23C4}" type="pres">
      <dgm:prSet presAssocID="{070B6C57-CE6A-4E07-875B-4F20E8E5ACFD}" presName="parTx" presStyleLbl="revTx" presStyleIdx="1" presStyleCnt="4">
        <dgm:presLayoutVars>
          <dgm:chMax val="0"/>
          <dgm:chPref val="0"/>
        </dgm:presLayoutVars>
      </dgm:prSet>
      <dgm:spPr/>
    </dgm:pt>
    <dgm:pt modelId="{3B986945-B4B3-41EB-B2F9-43F87BB6D49A}" type="pres">
      <dgm:prSet presAssocID="{51224048-5227-459B-8285-8268F0F06E7D}" presName="sibTrans" presStyleCnt="0"/>
      <dgm:spPr/>
    </dgm:pt>
    <dgm:pt modelId="{28325FED-86C2-4BF9-A8E0-572369AC0E0D}" type="pres">
      <dgm:prSet presAssocID="{80A9650A-9C08-46ED-815D-B190A2F7132E}" presName="compNode" presStyleCnt="0"/>
      <dgm:spPr/>
    </dgm:pt>
    <dgm:pt modelId="{C2FB0A4F-673A-4EEC-923A-BFFFBE10CCA6}" type="pres">
      <dgm:prSet presAssocID="{80A9650A-9C08-46ED-815D-B190A2F7132E}" presName="bgRect" presStyleLbl="bgShp" presStyleIdx="2" presStyleCnt="4"/>
      <dgm:spPr/>
    </dgm:pt>
    <dgm:pt modelId="{0D1A0AAD-7081-4C8E-89FA-17DC48D762F6}" type="pres">
      <dgm:prSet presAssocID="{80A9650A-9C08-46ED-815D-B190A2F713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 contorno"/>
        </a:ext>
      </dgm:extLst>
    </dgm:pt>
    <dgm:pt modelId="{999B548E-1066-40DF-84E4-9CC00070C46A}" type="pres">
      <dgm:prSet presAssocID="{80A9650A-9C08-46ED-815D-B190A2F7132E}" presName="spaceRect" presStyleCnt="0"/>
      <dgm:spPr/>
    </dgm:pt>
    <dgm:pt modelId="{8B715CB0-7FC0-4AAB-9D1D-0B1C4728389F}" type="pres">
      <dgm:prSet presAssocID="{80A9650A-9C08-46ED-815D-B190A2F7132E}" presName="parTx" presStyleLbl="revTx" presStyleIdx="2" presStyleCnt="4">
        <dgm:presLayoutVars>
          <dgm:chMax val="0"/>
          <dgm:chPref val="0"/>
        </dgm:presLayoutVars>
      </dgm:prSet>
      <dgm:spPr/>
    </dgm:pt>
    <dgm:pt modelId="{D00A7C64-C518-4491-AAC8-ECC8B7D0BD41}" type="pres">
      <dgm:prSet presAssocID="{AE98340E-7412-4D1D-ADEA-317E9F116AE0}" presName="sibTrans" presStyleCnt="0"/>
      <dgm:spPr/>
    </dgm:pt>
    <dgm:pt modelId="{6D4D69B1-A905-47FC-A531-BAD8CD1695A6}" type="pres">
      <dgm:prSet presAssocID="{8E3F4FD8-1D66-4E56-8DA1-E6208326FEEC}" presName="compNode" presStyleCnt="0"/>
      <dgm:spPr/>
    </dgm:pt>
    <dgm:pt modelId="{FECFB62B-F459-4A3B-B8AB-2574CA26F983}" type="pres">
      <dgm:prSet presAssocID="{8E3F4FD8-1D66-4E56-8DA1-E6208326FEEC}" presName="bgRect" presStyleLbl="bgShp" presStyleIdx="3" presStyleCnt="4"/>
      <dgm:spPr/>
    </dgm:pt>
    <dgm:pt modelId="{5260608C-361C-42F2-AD08-4E64A6CDCA9D}" type="pres">
      <dgm:prSet presAssocID="{8E3F4FD8-1D66-4E56-8DA1-E6208326FE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4342980-0E35-4D4D-97FE-FBDCCF2E25BD}" type="pres">
      <dgm:prSet presAssocID="{8E3F4FD8-1D66-4E56-8DA1-E6208326FEEC}" presName="spaceRect" presStyleCnt="0"/>
      <dgm:spPr/>
    </dgm:pt>
    <dgm:pt modelId="{6B65C1CD-CED7-4F4F-B82A-E116FEFE5634}" type="pres">
      <dgm:prSet presAssocID="{8E3F4FD8-1D66-4E56-8DA1-E6208326FEE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2495F10-C310-4F91-84C9-D94CB3A30BCD}" type="presOf" srcId="{44381C74-DB38-42C4-97F5-01FFF6381685}" destId="{BF908753-78F1-44FB-BA4A-58F2B3D81E2F}" srcOrd="0" destOrd="0" presId="urn:microsoft.com/office/officeart/2018/2/layout/IconVerticalSolidList"/>
    <dgm:cxn modelId="{5D3C1431-682C-4D04-BC48-EA5EEAF5D5BF}" type="presOf" srcId="{070B6C57-CE6A-4E07-875B-4F20E8E5ACFD}" destId="{D1C7ED16-669E-4468-9570-5F36F0BC23C4}" srcOrd="0" destOrd="0" presId="urn:microsoft.com/office/officeart/2018/2/layout/IconVerticalSolidList"/>
    <dgm:cxn modelId="{5B153D7A-6700-47C7-A03F-C275EE3BFFF5}" srcId="{2E72382C-99F6-4EE7-AFFE-03984BCDA092}" destId="{070B6C57-CE6A-4E07-875B-4F20E8E5ACFD}" srcOrd="1" destOrd="0" parTransId="{FB46D73C-6BD8-4F01-BC17-CA4DC380B40B}" sibTransId="{51224048-5227-459B-8285-8268F0F06E7D}"/>
    <dgm:cxn modelId="{7565578A-8CB4-43CB-B50D-F5E965A01ADC}" type="presOf" srcId="{80A9650A-9C08-46ED-815D-B190A2F7132E}" destId="{8B715CB0-7FC0-4AAB-9D1D-0B1C4728389F}" srcOrd="0" destOrd="0" presId="urn:microsoft.com/office/officeart/2018/2/layout/IconVerticalSolidList"/>
    <dgm:cxn modelId="{4D6ABF8B-7281-4926-85F3-26D5C6D07B61}" type="presOf" srcId="{2E72382C-99F6-4EE7-AFFE-03984BCDA092}" destId="{83972285-91A1-4B19-9168-8B647A8B08A3}" srcOrd="0" destOrd="0" presId="urn:microsoft.com/office/officeart/2018/2/layout/IconVerticalSolidList"/>
    <dgm:cxn modelId="{1D07C891-643E-426D-826A-043B2128E0E6}" srcId="{2E72382C-99F6-4EE7-AFFE-03984BCDA092}" destId="{80A9650A-9C08-46ED-815D-B190A2F7132E}" srcOrd="2" destOrd="0" parTransId="{51AACCBD-E802-4AAE-A3A2-3800AE4794FD}" sibTransId="{AE98340E-7412-4D1D-ADEA-317E9F116AE0}"/>
    <dgm:cxn modelId="{DDE66D9A-7B5D-4C76-BFB5-CA9CB9D80006}" srcId="{2E72382C-99F6-4EE7-AFFE-03984BCDA092}" destId="{44381C74-DB38-42C4-97F5-01FFF6381685}" srcOrd="0" destOrd="0" parTransId="{32095613-BAF4-462B-8B94-BF162BC3C2E8}" sibTransId="{0976B7B2-655A-4B4C-8DE5-FFAA1762E718}"/>
    <dgm:cxn modelId="{AFC152D3-262C-47A6-BC59-79D4CD34B2CB}" srcId="{2E72382C-99F6-4EE7-AFFE-03984BCDA092}" destId="{8E3F4FD8-1D66-4E56-8DA1-E6208326FEEC}" srcOrd="3" destOrd="0" parTransId="{99E9A567-5D26-4006-A367-CBB39AE0F9A1}" sibTransId="{493E6327-9789-4480-BEE9-BFE71168612E}"/>
    <dgm:cxn modelId="{A5CB34F7-6BC1-4B0C-9519-A5320A24C1E2}" type="presOf" srcId="{8E3F4FD8-1D66-4E56-8DA1-E6208326FEEC}" destId="{6B65C1CD-CED7-4F4F-B82A-E116FEFE5634}" srcOrd="0" destOrd="0" presId="urn:microsoft.com/office/officeart/2018/2/layout/IconVerticalSolidList"/>
    <dgm:cxn modelId="{D9F7011C-0CEB-42A6-A102-7AE6EAA89B8D}" type="presParOf" srcId="{83972285-91A1-4B19-9168-8B647A8B08A3}" destId="{C5CCD550-BDA1-4DE7-8EFC-9F2349B437BA}" srcOrd="0" destOrd="0" presId="urn:microsoft.com/office/officeart/2018/2/layout/IconVerticalSolidList"/>
    <dgm:cxn modelId="{3D698FCA-26EE-45BB-9F99-040B9F45B0EA}" type="presParOf" srcId="{C5CCD550-BDA1-4DE7-8EFC-9F2349B437BA}" destId="{E401FAA4-F5FC-4AF2-B48D-1E815E717D63}" srcOrd="0" destOrd="0" presId="urn:microsoft.com/office/officeart/2018/2/layout/IconVerticalSolidList"/>
    <dgm:cxn modelId="{5704085E-D006-431F-90EB-072E5FDD3F4D}" type="presParOf" srcId="{C5CCD550-BDA1-4DE7-8EFC-9F2349B437BA}" destId="{3CAB52A5-79A6-469B-BCA2-0336666BC4DC}" srcOrd="1" destOrd="0" presId="urn:microsoft.com/office/officeart/2018/2/layout/IconVerticalSolidList"/>
    <dgm:cxn modelId="{90A0C968-8D04-4116-AA64-B8BE28A9EA0F}" type="presParOf" srcId="{C5CCD550-BDA1-4DE7-8EFC-9F2349B437BA}" destId="{819DF698-A68F-4BEE-83A8-90E8BC53F3CE}" srcOrd="2" destOrd="0" presId="urn:microsoft.com/office/officeart/2018/2/layout/IconVerticalSolidList"/>
    <dgm:cxn modelId="{2FCDBF15-2EFC-47AC-9D48-7A3992C97A37}" type="presParOf" srcId="{C5CCD550-BDA1-4DE7-8EFC-9F2349B437BA}" destId="{BF908753-78F1-44FB-BA4A-58F2B3D81E2F}" srcOrd="3" destOrd="0" presId="urn:microsoft.com/office/officeart/2018/2/layout/IconVerticalSolidList"/>
    <dgm:cxn modelId="{6B6C6430-E0CE-4A26-953D-BB36AF92804D}" type="presParOf" srcId="{83972285-91A1-4B19-9168-8B647A8B08A3}" destId="{BAFB53C5-A7EE-4320-96B6-8F362BAE9EE5}" srcOrd="1" destOrd="0" presId="urn:microsoft.com/office/officeart/2018/2/layout/IconVerticalSolidList"/>
    <dgm:cxn modelId="{D59C7692-3FA0-43A0-A250-C5C935F0CC48}" type="presParOf" srcId="{83972285-91A1-4B19-9168-8B647A8B08A3}" destId="{4F65D6EA-B6C5-4727-8A52-59BEEAABCA8F}" srcOrd="2" destOrd="0" presId="urn:microsoft.com/office/officeart/2018/2/layout/IconVerticalSolidList"/>
    <dgm:cxn modelId="{B041FDB5-D025-4154-9824-57AB49F54382}" type="presParOf" srcId="{4F65D6EA-B6C5-4727-8A52-59BEEAABCA8F}" destId="{86289BC7-B95D-4422-AB88-D4A7BA58C7B8}" srcOrd="0" destOrd="0" presId="urn:microsoft.com/office/officeart/2018/2/layout/IconVerticalSolidList"/>
    <dgm:cxn modelId="{3A45C025-F8FA-4457-BE1B-F6597C0BEC9E}" type="presParOf" srcId="{4F65D6EA-B6C5-4727-8A52-59BEEAABCA8F}" destId="{1F6B0D99-625C-4D11-83AD-0C9BFF53D9A1}" srcOrd="1" destOrd="0" presId="urn:microsoft.com/office/officeart/2018/2/layout/IconVerticalSolidList"/>
    <dgm:cxn modelId="{F01A947E-53D2-4496-A887-DDF32B2D8473}" type="presParOf" srcId="{4F65D6EA-B6C5-4727-8A52-59BEEAABCA8F}" destId="{05D313F8-526B-4C78-A7A0-414D647BB54D}" srcOrd="2" destOrd="0" presId="urn:microsoft.com/office/officeart/2018/2/layout/IconVerticalSolidList"/>
    <dgm:cxn modelId="{51B4C2CD-E49A-48CD-A6CC-4D1A7DED5E32}" type="presParOf" srcId="{4F65D6EA-B6C5-4727-8A52-59BEEAABCA8F}" destId="{D1C7ED16-669E-4468-9570-5F36F0BC23C4}" srcOrd="3" destOrd="0" presId="urn:microsoft.com/office/officeart/2018/2/layout/IconVerticalSolidList"/>
    <dgm:cxn modelId="{BB8A2614-BBBB-4C1B-8C85-713BE39347A7}" type="presParOf" srcId="{83972285-91A1-4B19-9168-8B647A8B08A3}" destId="{3B986945-B4B3-41EB-B2F9-43F87BB6D49A}" srcOrd="3" destOrd="0" presId="urn:microsoft.com/office/officeart/2018/2/layout/IconVerticalSolidList"/>
    <dgm:cxn modelId="{B7CC079E-529B-4341-8AB4-E0DA68E50448}" type="presParOf" srcId="{83972285-91A1-4B19-9168-8B647A8B08A3}" destId="{28325FED-86C2-4BF9-A8E0-572369AC0E0D}" srcOrd="4" destOrd="0" presId="urn:microsoft.com/office/officeart/2018/2/layout/IconVerticalSolidList"/>
    <dgm:cxn modelId="{CAA404A3-A904-483C-A067-825B925EC4E7}" type="presParOf" srcId="{28325FED-86C2-4BF9-A8E0-572369AC0E0D}" destId="{C2FB0A4F-673A-4EEC-923A-BFFFBE10CCA6}" srcOrd="0" destOrd="0" presId="urn:microsoft.com/office/officeart/2018/2/layout/IconVerticalSolidList"/>
    <dgm:cxn modelId="{6FEC80A2-B496-45B7-8E9A-5A2BC7B22D34}" type="presParOf" srcId="{28325FED-86C2-4BF9-A8E0-572369AC0E0D}" destId="{0D1A0AAD-7081-4C8E-89FA-17DC48D762F6}" srcOrd="1" destOrd="0" presId="urn:microsoft.com/office/officeart/2018/2/layout/IconVerticalSolidList"/>
    <dgm:cxn modelId="{2984FEAA-52E3-4E7E-B4E0-65882516A9B9}" type="presParOf" srcId="{28325FED-86C2-4BF9-A8E0-572369AC0E0D}" destId="{999B548E-1066-40DF-84E4-9CC00070C46A}" srcOrd="2" destOrd="0" presId="urn:microsoft.com/office/officeart/2018/2/layout/IconVerticalSolidList"/>
    <dgm:cxn modelId="{BEE8D1AB-BD89-4B6A-8227-CAE7EAAE2F8C}" type="presParOf" srcId="{28325FED-86C2-4BF9-A8E0-572369AC0E0D}" destId="{8B715CB0-7FC0-4AAB-9D1D-0B1C4728389F}" srcOrd="3" destOrd="0" presId="urn:microsoft.com/office/officeart/2018/2/layout/IconVerticalSolidList"/>
    <dgm:cxn modelId="{D5828E40-B35F-4554-A417-F662C6BE4DEB}" type="presParOf" srcId="{83972285-91A1-4B19-9168-8B647A8B08A3}" destId="{D00A7C64-C518-4491-AAC8-ECC8B7D0BD41}" srcOrd="5" destOrd="0" presId="urn:microsoft.com/office/officeart/2018/2/layout/IconVerticalSolidList"/>
    <dgm:cxn modelId="{9C5B6064-1550-4144-8C1A-6745239BF43B}" type="presParOf" srcId="{83972285-91A1-4B19-9168-8B647A8B08A3}" destId="{6D4D69B1-A905-47FC-A531-BAD8CD1695A6}" srcOrd="6" destOrd="0" presId="urn:microsoft.com/office/officeart/2018/2/layout/IconVerticalSolidList"/>
    <dgm:cxn modelId="{68A863E6-5101-41F1-B5E3-39C9ADB2D805}" type="presParOf" srcId="{6D4D69B1-A905-47FC-A531-BAD8CD1695A6}" destId="{FECFB62B-F459-4A3B-B8AB-2574CA26F983}" srcOrd="0" destOrd="0" presId="urn:microsoft.com/office/officeart/2018/2/layout/IconVerticalSolidList"/>
    <dgm:cxn modelId="{BCCA4E59-E96E-48C9-A28F-14B88C796255}" type="presParOf" srcId="{6D4D69B1-A905-47FC-A531-BAD8CD1695A6}" destId="{5260608C-361C-42F2-AD08-4E64A6CDCA9D}" srcOrd="1" destOrd="0" presId="urn:microsoft.com/office/officeart/2018/2/layout/IconVerticalSolidList"/>
    <dgm:cxn modelId="{39AAA2A7-7DD4-47A1-9907-7D213CE326B1}" type="presParOf" srcId="{6D4D69B1-A905-47FC-A531-BAD8CD1695A6}" destId="{A4342980-0E35-4D4D-97FE-FBDCCF2E25BD}" srcOrd="2" destOrd="0" presId="urn:microsoft.com/office/officeart/2018/2/layout/IconVerticalSolidList"/>
    <dgm:cxn modelId="{030FFC9C-F54E-46D2-AE01-1130F199B9D6}" type="presParOf" srcId="{6D4D69B1-A905-47FC-A531-BAD8CD1695A6}" destId="{6B65C1CD-CED7-4F4F-B82A-E116FEFE56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0AFFEF-4601-4869-88A8-93F7B272C3C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E5FD80-8583-493B-8913-797514CD73EB}">
      <dgm:prSet/>
      <dgm:spPr/>
      <dgm:t>
        <a:bodyPr/>
        <a:lstStyle/>
        <a:p>
          <a:r>
            <a:rPr lang="en-US" b="1"/>
            <a:t>Presupuesto por fases (confirmado):</a:t>
          </a:r>
          <a:r>
            <a:rPr lang="en-US"/>
            <a:t> </a:t>
          </a:r>
          <a:r>
            <a:rPr lang="en-US" b="1"/>
            <a:t>USD 50.000</a:t>
          </a:r>
          <a:r>
            <a:rPr lang="en-US"/>
            <a:t> → F1 </a:t>
          </a:r>
          <a:r>
            <a:rPr lang="en-US" b="1"/>
            <a:t>USD 15k</a:t>
          </a:r>
          <a:r>
            <a:rPr lang="en-US"/>
            <a:t>, F2 </a:t>
          </a:r>
          <a:r>
            <a:rPr lang="en-US" b="1"/>
            <a:t>USD 20k</a:t>
          </a:r>
          <a:r>
            <a:rPr lang="en-US"/>
            <a:t>, F3 </a:t>
          </a:r>
          <a:r>
            <a:rPr lang="en-US" b="1"/>
            <a:t>USD 15k</a:t>
          </a:r>
          <a:r>
            <a:rPr lang="en-US"/>
            <a:t>.</a:t>
          </a:r>
          <a:br>
            <a:rPr lang="en-US"/>
          </a:br>
          <a:r>
            <a:rPr lang="en-US" b="1"/>
            <a:t>Meta de validación (confirmada):</a:t>
          </a:r>
          <a:r>
            <a:rPr lang="en-US"/>
            <a:t> </a:t>
          </a:r>
          <a:r>
            <a:rPr lang="en-US" b="1"/>
            <a:t>500 usuarios = registros</a:t>
          </a:r>
          <a:r>
            <a:rPr lang="en-US"/>
            <a:t> (no suscriptores de pago).</a:t>
          </a:r>
          <a:br>
            <a:rPr lang="en-US"/>
          </a:br>
          <a:endParaRPr lang="en-US"/>
        </a:p>
      </dgm:t>
    </dgm:pt>
    <dgm:pt modelId="{0A9594C7-FE99-44D4-A5A7-41C243BADF52}" type="parTrans" cxnId="{523062B0-702B-41BA-810E-4838B757B441}">
      <dgm:prSet/>
      <dgm:spPr/>
      <dgm:t>
        <a:bodyPr/>
        <a:lstStyle/>
        <a:p>
          <a:endParaRPr lang="en-US"/>
        </a:p>
      </dgm:t>
    </dgm:pt>
    <dgm:pt modelId="{3F57ADEC-D3D5-46A8-82A7-FB2CF870B046}" type="sibTrans" cxnId="{523062B0-702B-41BA-810E-4838B757B441}">
      <dgm:prSet/>
      <dgm:spPr/>
      <dgm:t>
        <a:bodyPr/>
        <a:lstStyle/>
        <a:p>
          <a:endParaRPr lang="en-US"/>
        </a:p>
      </dgm:t>
    </dgm:pt>
    <dgm:pt modelId="{8BC7146D-F8B0-4D4E-BDF7-B5BE43EE12DA}">
      <dgm:prSet/>
      <dgm:spPr/>
      <dgm:t>
        <a:bodyPr/>
        <a:lstStyle/>
        <a:p>
          <a:r>
            <a:rPr lang="en-US" b="1"/>
            <a:t>KPI:</a:t>
          </a:r>
          <a:r>
            <a:rPr lang="en-US"/>
            <a:t> Activación (&gt;70%), Adherencia (sesiones marcadas ≥70%), NPS, CAC, LTV, Churn, ARPU.</a:t>
          </a:r>
        </a:p>
      </dgm:t>
    </dgm:pt>
    <dgm:pt modelId="{5BA2E98D-444B-4C6F-9CAA-513396548B8D}" type="parTrans" cxnId="{1960CD87-54FC-48A8-9520-A1DAA5517DD4}">
      <dgm:prSet/>
      <dgm:spPr/>
      <dgm:t>
        <a:bodyPr/>
        <a:lstStyle/>
        <a:p>
          <a:endParaRPr lang="en-US"/>
        </a:p>
      </dgm:t>
    </dgm:pt>
    <dgm:pt modelId="{5067FFC8-E5EB-4F71-8460-11A2F429610A}" type="sibTrans" cxnId="{1960CD87-54FC-48A8-9520-A1DAA5517DD4}">
      <dgm:prSet/>
      <dgm:spPr/>
      <dgm:t>
        <a:bodyPr/>
        <a:lstStyle/>
        <a:p>
          <a:endParaRPr lang="en-US"/>
        </a:p>
      </dgm:t>
    </dgm:pt>
    <dgm:pt modelId="{A794F74E-940A-4A51-A11D-05FA23B4F5F4}" type="pres">
      <dgm:prSet presAssocID="{2F0AFFEF-4601-4869-88A8-93F7B272C3CD}" presName="root" presStyleCnt="0">
        <dgm:presLayoutVars>
          <dgm:dir/>
          <dgm:resizeHandles val="exact"/>
        </dgm:presLayoutVars>
      </dgm:prSet>
      <dgm:spPr/>
    </dgm:pt>
    <dgm:pt modelId="{8C2361EC-4EDA-4830-9FB1-FC28BC844F71}" type="pres">
      <dgm:prSet presAssocID="{B8E5FD80-8583-493B-8913-797514CD73EB}" presName="compNode" presStyleCnt="0"/>
      <dgm:spPr/>
    </dgm:pt>
    <dgm:pt modelId="{F6AA2AD8-DAF8-4B59-A6F7-043FF6433E34}" type="pres">
      <dgm:prSet presAssocID="{B8E5FD80-8583-493B-8913-797514CD73EB}" presName="bgRect" presStyleLbl="bgShp" presStyleIdx="0" presStyleCnt="2"/>
      <dgm:spPr/>
    </dgm:pt>
    <dgm:pt modelId="{B437F2BF-7998-4AF5-BEE5-604CB7FF6DDC}" type="pres">
      <dgm:prSet presAssocID="{B8E5FD80-8583-493B-8913-797514CD73E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C56E8E42-0F9E-4AD5-9350-5AFEE3349BC6}" type="pres">
      <dgm:prSet presAssocID="{B8E5FD80-8583-493B-8913-797514CD73EB}" presName="spaceRect" presStyleCnt="0"/>
      <dgm:spPr/>
    </dgm:pt>
    <dgm:pt modelId="{AD5D03CD-290A-4623-B766-FC2A0D9D4E5B}" type="pres">
      <dgm:prSet presAssocID="{B8E5FD80-8583-493B-8913-797514CD73EB}" presName="parTx" presStyleLbl="revTx" presStyleIdx="0" presStyleCnt="2">
        <dgm:presLayoutVars>
          <dgm:chMax val="0"/>
          <dgm:chPref val="0"/>
        </dgm:presLayoutVars>
      </dgm:prSet>
      <dgm:spPr/>
    </dgm:pt>
    <dgm:pt modelId="{160E4D59-A35F-4919-B3FB-79D0E62A333A}" type="pres">
      <dgm:prSet presAssocID="{3F57ADEC-D3D5-46A8-82A7-FB2CF870B046}" presName="sibTrans" presStyleCnt="0"/>
      <dgm:spPr/>
    </dgm:pt>
    <dgm:pt modelId="{96620592-F925-4037-AF6B-08DA0E871E6D}" type="pres">
      <dgm:prSet presAssocID="{8BC7146D-F8B0-4D4E-BDF7-B5BE43EE12DA}" presName="compNode" presStyleCnt="0"/>
      <dgm:spPr/>
    </dgm:pt>
    <dgm:pt modelId="{398627C1-7836-41A2-9AD2-283A32FE4BBC}" type="pres">
      <dgm:prSet presAssocID="{8BC7146D-F8B0-4D4E-BDF7-B5BE43EE12DA}" presName="bgRect" presStyleLbl="bgShp" presStyleIdx="1" presStyleCnt="2"/>
      <dgm:spPr/>
    </dgm:pt>
    <dgm:pt modelId="{0DE83C4D-6AE7-4713-B8FC-2502B57CAA31}" type="pres">
      <dgm:prSet presAssocID="{8BC7146D-F8B0-4D4E-BDF7-B5BE43EE12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05EAB3EB-C9F7-4996-9AC1-6F2E9A9A713E}" type="pres">
      <dgm:prSet presAssocID="{8BC7146D-F8B0-4D4E-BDF7-B5BE43EE12DA}" presName="spaceRect" presStyleCnt="0"/>
      <dgm:spPr/>
    </dgm:pt>
    <dgm:pt modelId="{FA7D010F-60D1-4DD1-9132-8F2721B485D2}" type="pres">
      <dgm:prSet presAssocID="{8BC7146D-F8B0-4D4E-BDF7-B5BE43EE12D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3DBB929-E97B-4219-861E-BC8CCF855BE3}" type="presOf" srcId="{2F0AFFEF-4601-4869-88A8-93F7B272C3CD}" destId="{A794F74E-940A-4A51-A11D-05FA23B4F5F4}" srcOrd="0" destOrd="0" presId="urn:microsoft.com/office/officeart/2018/2/layout/IconVerticalSolidList"/>
    <dgm:cxn modelId="{54325E5B-4940-4321-B2E3-D17F63243814}" type="presOf" srcId="{B8E5FD80-8583-493B-8913-797514CD73EB}" destId="{AD5D03CD-290A-4623-B766-FC2A0D9D4E5B}" srcOrd="0" destOrd="0" presId="urn:microsoft.com/office/officeart/2018/2/layout/IconVerticalSolidList"/>
    <dgm:cxn modelId="{822B1F80-0936-471B-A659-063F9BBE0380}" type="presOf" srcId="{8BC7146D-F8B0-4D4E-BDF7-B5BE43EE12DA}" destId="{FA7D010F-60D1-4DD1-9132-8F2721B485D2}" srcOrd="0" destOrd="0" presId="urn:microsoft.com/office/officeart/2018/2/layout/IconVerticalSolidList"/>
    <dgm:cxn modelId="{1960CD87-54FC-48A8-9520-A1DAA5517DD4}" srcId="{2F0AFFEF-4601-4869-88A8-93F7B272C3CD}" destId="{8BC7146D-F8B0-4D4E-BDF7-B5BE43EE12DA}" srcOrd="1" destOrd="0" parTransId="{5BA2E98D-444B-4C6F-9CAA-513396548B8D}" sibTransId="{5067FFC8-E5EB-4F71-8460-11A2F429610A}"/>
    <dgm:cxn modelId="{523062B0-702B-41BA-810E-4838B757B441}" srcId="{2F0AFFEF-4601-4869-88A8-93F7B272C3CD}" destId="{B8E5FD80-8583-493B-8913-797514CD73EB}" srcOrd="0" destOrd="0" parTransId="{0A9594C7-FE99-44D4-A5A7-41C243BADF52}" sibTransId="{3F57ADEC-D3D5-46A8-82A7-FB2CF870B046}"/>
    <dgm:cxn modelId="{FD8357DD-D570-42E0-AECD-1449058EBAF7}" type="presParOf" srcId="{A794F74E-940A-4A51-A11D-05FA23B4F5F4}" destId="{8C2361EC-4EDA-4830-9FB1-FC28BC844F71}" srcOrd="0" destOrd="0" presId="urn:microsoft.com/office/officeart/2018/2/layout/IconVerticalSolidList"/>
    <dgm:cxn modelId="{7260141C-F69D-4C07-9786-A3C6E100829B}" type="presParOf" srcId="{8C2361EC-4EDA-4830-9FB1-FC28BC844F71}" destId="{F6AA2AD8-DAF8-4B59-A6F7-043FF6433E34}" srcOrd="0" destOrd="0" presId="urn:microsoft.com/office/officeart/2018/2/layout/IconVerticalSolidList"/>
    <dgm:cxn modelId="{98BF7A71-0C92-4C6F-A580-A32A79390CD0}" type="presParOf" srcId="{8C2361EC-4EDA-4830-9FB1-FC28BC844F71}" destId="{B437F2BF-7998-4AF5-BEE5-604CB7FF6DDC}" srcOrd="1" destOrd="0" presId="urn:microsoft.com/office/officeart/2018/2/layout/IconVerticalSolidList"/>
    <dgm:cxn modelId="{7BF1F795-BD15-4D47-9170-CC6E0134BA06}" type="presParOf" srcId="{8C2361EC-4EDA-4830-9FB1-FC28BC844F71}" destId="{C56E8E42-0F9E-4AD5-9350-5AFEE3349BC6}" srcOrd="2" destOrd="0" presId="urn:microsoft.com/office/officeart/2018/2/layout/IconVerticalSolidList"/>
    <dgm:cxn modelId="{8209B150-AE0A-4407-A740-B59472B4A896}" type="presParOf" srcId="{8C2361EC-4EDA-4830-9FB1-FC28BC844F71}" destId="{AD5D03CD-290A-4623-B766-FC2A0D9D4E5B}" srcOrd="3" destOrd="0" presId="urn:microsoft.com/office/officeart/2018/2/layout/IconVerticalSolidList"/>
    <dgm:cxn modelId="{4702765C-5D83-4713-81F8-721166FF5256}" type="presParOf" srcId="{A794F74E-940A-4A51-A11D-05FA23B4F5F4}" destId="{160E4D59-A35F-4919-B3FB-79D0E62A333A}" srcOrd="1" destOrd="0" presId="urn:microsoft.com/office/officeart/2018/2/layout/IconVerticalSolidList"/>
    <dgm:cxn modelId="{CACEEA07-D970-48A4-989F-020D3CE6A48E}" type="presParOf" srcId="{A794F74E-940A-4A51-A11D-05FA23B4F5F4}" destId="{96620592-F925-4037-AF6B-08DA0E871E6D}" srcOrd="2" destOrd="0" presId="urn:microsoft.com/office/officeart/2018/2/layout/IconVerticalSolidList"/>
    <dgm:cxn modelId="{138BFD6A-7D5D-4C80-80BC-6D66B8A4422D}" type="presParOf" srcId="{96620592-F925-4037-AF6B-08DA0E871E6D}" destId="{398627C1-7836-41A2-9AD2-283A32FE4BBC}" srcOrd="0" destOrd="0" presId="urn:microsoft.com/office/officeart/2018/2/layout/IconVerticalSolidList"/>
    <dgm:cxn modelId="{B0D0C1BF-EF0A-42A2-9014-B02F83257DFB}" type="presParOf" srcId="{96620592-F925-4037-AF6B-08DA0E871E6D}" destId="{0DE83C4D-6AE7-4713-B8FC-2502B57CAA31}" srcOrd="1" destOrd="0" presId="urn:microsoft.com/office/officeart/2018/2/layout/IconVerticalSolidList"/>
    <dgm:cxn modelId="{A49848C4-C8B9-4756-BB41-09160534D223}" type="presParOf" srcId="{96620592-F925-4037-AF6B-08DA0E871E6D}" destId="{05EAB3EB-C9F7-4996-9AC1-6F2E9A9A713E}" srcOrd="2" destOrd="0" presId="urn:microsoft.com/office/officeart/2018/2/layout/IconVerticalSolidList"/>
    <dgm:cxn modelId="{615F04EF-93E9-4D18-B854-25F8CEEF286E}" type="presParOf" srcId="{96620592-F925-4037-AF6B-08DA0E871E6D}" destId="{FA7D010F-60D1-4DD1-9132-8F2721B485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AA9C9C4-7ABE-40D6-845D-8C1C0D1EDC7F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3C148A3-1354-4208-A5AA-81610CED3EED}">
      <dgm:prSet/>
      <dgm:spPr/>
      <dgm:t>
        <a:bodyPr/>
        <a:lstStyle/>
        <a:p>
          <a:r>
            <a:rPr lang="en-US" b="1" i="0"/>
            <a:t>Opción A – Tracción:</a:t>
          </a:r>
          <a:r>
            <a:rPr lang="en-US" b="0" i="0"/>
            <a:t> CLP </a:t>
          </a:r>
          <a:r>
            <a:rPr lang="en-US" b="1" i="0"/>
            <a:t>$3.990/mes</a:t>
          </a:r>
          <a:r>
            <a:rPr lang="en-US" b="0" i="0"/>
            <a:t> | </a:t>
          </a:r>
          <a:r>
            <a:rPr lang="en-US" b="1" i="0"/>
            <a:t>$39.990/año</a:t>
          </a:r>
          <a:r>
            <a:rPr lang="en-US" b="0" i="0"/>
            <a:t> | Estudiantes: </a:t>
          </a:r>
          <a:r>
            <a:rPr lang="en-US" b="1" i="0"/>
            <a:t>$2.990/mes</a:t>
          </a:r>
          <a:r>
            <a:rPr lang="en-US" b="0" i="0"/>
            <a:t>.</a:t>
          </a:r>
          <a:br>
            <a:rPr lang="en-US" b="0" i="0"/>
          </a:br>
          <a:endParaRPr lang="en-US"/>
        </a:p>
      </dgm:t>
    </dgm:pt>
    <dgm:pt modelId="{16608CEF-DF5D-4073-A766-2B27C1A9F1F5}" type="parTrans" cxnId="{517EA046-A988-433E-92B2-B19DCF158B08}">
      <dgm:prSet/>
      <dgm:spPr/>
      <dgm:t>
        <a:bodyPr/>
        <a:lstStyle/>
        <a:p>
          <a:endParaRPr lang="en-US"/>
        </a:p>
      </dgm:t>
    </dgm:pt>
    <dgm:pt modelId="{434C13AF-0988-4820-A25B-18AFDE3C03B9}" type="sibTrans" cxnId="{517EA046-A988-433E-92B2-B19DCF158B08}">
      <dgm:prSet/>
      <dgm:spPr/>
      <dgm:t>
        <a:bodyPr/>
        <a:lstStyle/>
        <a:p>
          <a:endParaRPr lang="en-US"/>
        </a:p>
      </dgm:t>
    </dgm:pt>
    <dgm:pt modelId="{FFA46BF2-AE31-428C-A518-43B8F9BA9A02}">
      <dgm:prSet/>
      <dgm:spPr/>
      <dgm:t>
        <a:bodyPr/>
        <a:lstStyle/>
        <a:p>
          <a:r>
            <a:rPr lang="en-US" b="1" i="0"/>
            <a:t>Opción B – Paridad accesible (recomendada):</a:t>
          </a:r>
          <a:r>
            <a:rPr lang="en-US" b="0" i="0"/>
            <a:t> CLP </a:t>
          </a:r>
          <a:r>
            <a:rPr lang="en-US" b="1" i="0"/>
            <a:t>$4.990/mes</a:t>
          </a:r>
          <a:r>
            <a:rPr lang="en-US" b="0" i="0"/>
            <a:t> | </a:t>
          </a:r>
          <a:r>
            <a:rPr lang="en-US" b="1" i="0"/>
            <a:t>$49.990/año</a:t>
          </a:r>
          <a:r>
            <a:rPr lang="en-US" b="0" i="0"/>
            <a:t> (≈2 meses gratis) | Estudiantes: </a:t>
          </a:r>
          <a:r>
            <a:rPr lang="en-US" b="1" i="0"/>
            <a:t>$3.490/mes</a:t>
          </a:r>
          <a:r>
            <a:rPr lang="en-US" b="0" i="0"/>
            <a:t>.</a:t>
          </a:r>
          <a:br>
            <a:rPr lang="en-US" b="0" i="0"/>
          </a:br>
          <a:endParaRPr lang="en-US"/>
        </a:p>
      </dgm:t>
    </dgm:pt>
    <dgm:pt modelId="{059D1797-7180-4B2F-A67A-17A16AB9D6F5}" type="parTrans" cxnId="{9B073CEF-9C1C-4C3E-84BC-823C750D47A1}">
      <dgm:prSet/>
      <dgm:spPr/>
      <dgm:t>
        <a:bodyPr/>
        <a:lstStyle/>
        <a:p>
          <a:endParaRPr lang="en-US"/>
        </a:p>
      </dgm:t>
    </dgm:pt>
    <dgm:pt modelId="{42052BDD-D746-4987-9DA4-9A194AA4BAFE}" type="sibTrans" cxnId="{9B073CEF-9C1C-4C3E-84BC-823C750D47A1}">
      <dgm:prSet/>
      <dgm:spPr/>
      <dgm:t>
        <a:bodyPr/>
        <a:lstStyle/>
        <a:p>
          <a:endParaRPr lang="en-US"/>
        </a:p>
      </dgm:t>
    </dgm:pt>
    <dgm:pt modelId="{26BA26FC-C4C9-462C-A006-477E9BF78A57}">
      <dgm:prSet/>
      <dgm:spPr/>
      <dgm:t>
        <a:bodyPr/>
        <a:lstStyle/>
        <a:p>
          <a:r>
            <a:rPr lang="en-US" b="1" i="0"/>
            <a:t>Opción C – Premium + Clubes:</a:t>
          </a:r>
          <a:r>
            <a:rPr lang="en-US" b="0" i="0"/>
            <a:t> CLP </a:t>
          </a:r>
          <a:r>
            <a:rPr lang="en-US" b="1" i="0"/>
            <a:t>$6.990/mes</a:t>
          </a:r>
          <a:r>
            <a:rPr lang="en-US" b="0" i="0"/>
            <a:t> | </a:t>
          </a:r>
          <a:r>
            <a:rPr lang="en-US" b="1" i="0"/>
            <a:t>$69.990/año</a:t>
          </a:r>
          <a:r>
            <a:rPr lang="en-US" b="0" i="0"/>
            <a:t> | </a:t>
          </a:r>
          <a:r>
            <a:rPr lang="en-US" b="1" i="0"/>
            <a:t>Plan Club:</a:t>
          </a:r>
          <a:r>
            <a:rPr lang="en-US" b="0" i="0"/>
            <a:t> </a:t>
          </a:r>
          <a:r>
            <a:rPr lang="en-US" b="1" i="0"/>
            <a:t>$12.990/mes</a:t>
          </a:r>
          <a:r>
            <a:rPr lang="en-US" b="0" i="0"/>
            <a:t> (5 usuarios, reportes, soporte).</a:t>
          </a:r>
          <a:endParaRPr lang="en-US"/>
        </a:p>
      </dgm:t>
    </dgm:pt>
    <dgm:pt modelId="{0A056281-1F7A-4249-A2E8-AAE04E4C998A}" type="parTrans" cxnId="{D9E53B60-3074-4742-8E9A-4E6C613BC8C6}">
      <dgm:prSet/>
      <dgm:spPr/>
      <dgm:t>
        <a:bodyPr/>
        <a:lstStyle/>
        <a:p>
          <a:endParaRPr lang="en-US"/>
        </a:p>
      </dgm:t>
    </dgm:pt>
    <dgm:pt modelId="{4FEA8442-6078-43CC-9C63-233AD7492AA3}" type="sibTrans" cxnId="{D9E53B60-3074-4742-8E9A-4E6C613BC8C6}">
      <dgm:prSet/>
      <dgm:spPr/>
      <dgm:t>
        <a:bodyPr/>
        <a:lstStyle/>
        <a:p>
          <a:endParaRPr lang="en-US"/>
        </a:p>
      </dgm:t>
    </dgm:pt>
    <dgm:pt modelId="{BFC7C7C6-4302-4A58-86F3-9C245B54A6F1}" type="pres">
      <dgm:prSet presAssocID="{3AA9C9C4-7ABE-40D6-845D-8C1C0D1EDC7F}" presName="outerComposite" presStyleCnt="0">
        <dgm:presLayoutVars>
          <dgm:chMax val="5"/>
          <dgm:dir/>
          <dgm:resizeHandles val="exact"/>
        </dgm:presLayoutVars>
      </dgm:prSet>
      <dgm:spPr/>
    </dgm:pt>
    <dgm:pt modelId="{A30941F8-BEF9-4574-8697-A7980A34F384}" type="pres">
      <dgm:prSet presAssocID="{3AA9C9C4-7ABE-40D6-845D-8C1C0D1EDC7F}" presName="dummyMaxCanvas" presStyleCnt="0">
        <dgm:presLayoutVars/>
      </dgm:prSet>
      <dgm:spPr/>
    </dgm:pt>
    <dgm:pt modelId="{CE00A00A-42CD-48F2-A2D8-6B63EA8606D5}" type="pres">
      <dgm:prSet presAssocID="{3AA9C9C4-7ABE-40D6-845D-8C1C0D1EDC7F}" presName="ThreeNodes_1" presStyleLbl="node1" presStyleIdx="0" presStyleCnt="3">
        <dgm:presLayoutVars>
          <dgm:bulletEnabled val="1"/>
        </dgm:presLayoutVars>
      </dgm:prSet>
      <dgm:spPr/>
    </dgm:pt>
    <dgm:pt modelId="{99FCEA0A-2F78-4930-9C91-0CFC7A3BFA7B}" type="pres">
      <dgm:prSet presAssocID="{3AA9C9C4-7ABE-40D6-845D-8C1C0D1EDC7F}" presName="ThreeNodes_2" presStyleLbl="node1" presStyleIdx="1" presStyleCnt="3">
        <dgm:presLayoutVars>
          <dgm:bulletEnabled val="1"/>
        </dgm:presLayoutVars>
      </dgm:prSet>
      <dgm:spPr/>
    </dgm:pt>
    <dgm:pt modelId="{471EE5A3-9A33-4066-9B67-A9203F86EBC8}" type="pres">
      <dgm:prSet presAssocID="{3AA9C9C4-7ABE-40D6-845D-8C1C0D1EDC7F}" presName="ThreeNodes_3" presStyleLbl="node1" presStyleIdx="2" presStyleCnt="3">
        <dgm:presLayoutVars>
          <dgm:bulletEnabled val="1"/>
        </dgm:presLayoutVars>
      </dgm:prSet>
      <dgm:spPr/>
    </dgm:pt>
    <dgm:pt modelId="{B26CAC29-B73D-4665-B1A7-4EB1A396BFB6}" type="pres">
      <dgm:prSet presAssocID="{3AA9C9C4-7ABE-40D6-845D-8C1C0D1EDC7F}" presName="ThreeConn_1-2" presStyleLbl="fgAccFollowNode1" presStyleIdx="0" presStyleCnt="2">
        <dgm:presLayoutVars>
          <dgm:bulletEnabled val="1"/>
        </dgm:presLayoutVars>
      </dgm:prSet>
      <dgm:spPr/>
    </dgm:pt>
    <dgm:pt modelId="{774FD3BE-2B15-4EBB-AB9A-B97C4A73F234}" type="pres">
      <dgm:prSet presAssocID="{3AA9C9C4-7ABE-40D6-845D-8C1C0D1EDC7F}" presName="ThreeConn_2-3" presStyleLbl="fgAccFollowNode1" presStyleIdx="1" presStyleCnt="2">
        <dgm:presLayoutVars>
          <dgm:bulletEnabled val="1"/>
        </dgm:presLayoutVars>
      </dgm:prSet>
      <dgm:spPr/>
    </dgm:pt>
    <dgm:pt modelId="{08461819-4693-44B7-B669-B4CF904A1BED}" type="pres">
      <dgm:prSet presAssocID="{3AA9C9C4-7ABE-40D6-845D-8C1C0D1EDC7F}" presName="ThreeNodes_1_text" presStyleLbl="node1" presStyleIdx="2" presStyleCnt="3">
        <dgm:presLayoutVars>
          <dgm:bulletEnabled val="1"/>
        </dgm:presLayoutVars>
      </dgm:prSet>
      <dgm:spPr/>
    </dgm:pt>
    <dgm:pt modelId="{2791AE4B-F435-4CB0-B854-313F7D5DB3F0}" type="pres">
      <dgm:prSet presAssocID="{3AA9C9C4-7ABE-40D6-845D-8C1C0D1EDC7F}" presName="ThreeNodes_2_text" presStyleLbl="node1" presStyleIdx="2" presStyleCnt="3">
        <dgm:presLayoutVars>
          <dgm:bulletEnabled val="1"/>
        </dgm:presLayoutVars>
      </dgm:prSet>
      <dgm:spPr/>
    </dgm:pt>
    <dgm:pt modelId="{BAF20C2A-4819-426B-8371-26B21DC2B986}" type="pres">
      <dgm:prSet presAssocID="{3AA9C9C4-7ABE-40D6-845D-8C1C0D1EDC7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53E4F16-5487-4681-BFD8-A48D71B0F6C4}" type="presOf" srcId="{26BA26FC-C4C9-462C-A006-477E9BF78A57}" destId="{471EE5A3-9A33-4066-9B67-A9203F86EBC8}" srcOrd="0" destOrd="0" presId="urn:microsoft.com/office/officeart/2005/8/layout/vProcess5"/>
    <dgm:cxn modelId="{B061D91D-E2C4-4AF9-A789-BFAD5407D436}" type="presOf" srcId="{26BA26FC-C4C9-462C-A006-477E9BF78A57}" destId="{BAF20C2A-4819-426B-8371-26B21DC2B986}" srcOrd="1" destOrd="0" presId="urn:microsoft.com/office/officeart/2005/8/layout/vProcess5"/>
    <dgm:cxn modelId="{D9E53B60-3074-4742-8E9A-4E6C613BC8C6}" srcId="{3AA9C9C4-7ABE-40D6-845D-8C1C0D1EDC7F}" destId="{26BA26FC-C4C9-462C-A006-477E9BF78A57}" srcOrd="2" destOrd="0" parTransId="{0A056281-1F7A-4249-A2E8-AAE04E4C998A}" sibTransId="{4FEA8442-6078-43CC-9C63-233AD7492AA3}"/>
    <dgm:cxn modelId="{517EA046-A988-433E-92B2-B19DCF158B08}" srcId="{3AA9C9C4-7ABE-40D6-845D-8C1C0D1EDC7F}" destId="{53C148A3-1354-4208-A5AA-81610CED3EED}" srcOrd="0" destOrd="0" parTransId="{16608CEF-DF5D-4073-A766-2B27C1A9F1F5}" sibTransId="{434C13AF-0988-4820-A25B-18AFDE3C03B9}"/>
    <dgm:cxn modelId="{7A5C2979-0F9B-42BC-BDA4-5AD6D982996C}" type="presOf" srcId="{3AA9C9C4-7ABE-40D6-845D-8C1C0D1EDC7F}" destId="{BFC7C7C6-4302-4A58-86F3-9C245B54A6F1}" srcOrd="0" destOrd="0" presId="urn:microsoft.com/office/officeart/2005/8/layout/vProcess5"/>
    <dgm:cxn modelId="{BAF4EA88-62A3-466D-A4C9-9C9C42B76322}" type="presOf" srcId="{42052BDD-D746-4987-9DA4-9A194AA4BAFE}" destId="{774FD3BE-2B15-4EBB-AB9A-B97C4A73F234}" srcOrd="0" destOrd="0" presId="urn:microsoft.com/office/officeart/2005/8/layout/vProcess5"/>
    <dgm:cxn modelId="{11DDC28E-15ED-4F8A-85F5-74549B49F2CA}" type="presOf" srcId="{53C148A3-1354-4208-A5AA-81610CED3EED}" destId="{08461819-4693-44B7-B669-B4CF904A1BED}" srcOrd="1" destOrd="0" presId="urn:microsoft.com/office/officeart/2005/8/layout/vProcess5"/>
    <dgm:cxn modelId="{C39717AA-22E0-4923-B150-5EF9C008FBFA}" type="presOf" srcId="{FFA46BF2-AE31-428C-A518-43B8F9BA9A02}" destId="{2791AE4B-F435-4CB0-B854-313F7D5DB3F0}" srcOrd="1" destOrd="0" presId="urn:microsoft.com/office/officeart/2005/8/layout/vProcess5"/>
    <dgm:cxn modelId="{D4BF24B2-06CC-4233-A741-DDEA81DF7BED}" type="presOf" srcId="{FFA46BF2-AE31-428C-A518-43B8F9BA9A02}" destId="{99FCEA0A-2F78-4930-9C91-0CFC7A3BFA7B}" srcOrd="0" destOrd="0" presId="urn:microsoft.com/office/officeart/2005/8/layout/vProcess5"/>
    <dgm:cxn modelId="{01AA37C2-2B47-46D5-AB12-CC5AE78B97DD}" type="presOf" srcId="{434C13AF-0988-4820-A25B-18AFDE3C03B9}" destId="{B26CAC29-B73D-4665-B1A7-4EB1A396BFB6}" srcOrd="0" destOrd="0" presId="urn:microsoft.com/office/officeart/2005/8/layout/vProcess5"/>
    <dgm:cxn modelId="{C5F89BE8-F011-4ED6-8C7C-020417EFEA5C}" type="presOf" srcId="{53C148A3-1354-4208-A5AA-81610CED3EED}" destId="{CE00A00A-42CD-48F2-A2D8-6B63EA8606D5}" srcOrd="0" destOrd="0" presId="urn:microsoft.com/office/officeart/2005/8/layout/vProcess5"/>
    <dgm:cxn modelId="{9B073CEF-9C1C-4C3E-84BC-823C750D47A1}" srcId="{3AA9C9C4-7ABE-40D6-845D-8C1C0D1EDC7F}" destId="{FFA46BF2-AE31-428C-A518-43B8F9BA9A02}" srcOrd="1" destOrd="0" parTransId="{059D1797-7180-4B2F-A67A-17A16AB9D6F5}" sibTransId="{42052BDD-D746-4987-9DA4-9A194AA4BAFE}"/>
    <dgm:cxn modelId="{0B6D0556-25B2-42D1-8658-5B47A5301316}" type="presParOf" srcId="{BFC7C7C6-4302-4A58-86F3-9C245B54A6F1}" destId="{A30941F8-BEF9-4574-8697-A7980A34F384}" srcOrd="0" destOrd="0" presId="urn:microsoft.com/office/officeart/2005/8/layout/vProcess5"/>
    <dgm:cxn modelId="{85E80FC4-7371-42D7-B3D3-A7415B785488}" type="presParOf" srcId="{BFC7C7C6-4302-4A58-86F3-9C245B54A6F1}" destId="{CE00A00A-42CD-48F2-A2D8-6B63EA8606D5}" srcOrd="1" destOrd="0" presId="urn:microsoft.com/office/officeart/2005/8/layout/vProcess5"/>
    <dgm:cxn modelId="{05715405-AE21-479F-A40E-438B17C57CFE}" type="presParOf" srcId="{BFC7C7C6-4302-4A58-86F3-9C245B54A6F1}" destId="{99FCEA0A-2F78-4930-9C91-0CFC7A3BFA7B}" srcOrd="2" destOrd="0" presId="urn:microsoft.com/office/officeart/2005/8/layout/vProcess5"/>
    <dgm:cxn modelId="{792CF073-8A71-4E9E-BAD2-A8E5DAA1D0FD}" type="presParOf" srcId="{BFC7C7C6-4302-4A58-86F3-9C245B54A6F1}" destId="{471EE5A3-9A33-4066-9B67-A9203F86EBC8}" srcOrd="3" destOrd="0" presId="urn:microsoft.com/office/officeart/2005/8/layout/vProcess5"/>
    <dgm:cxn modelId="{6D3DFA14-C0F8-425D-9ECF-7764B1C58F4C}" type="presParOf" srcId="{BFC7C7C6-4302-4A58-86F3-9C245B54A6F1}" destId="{B26CAC29-B73D-4665-B1A7-4EB1A396BFB6}" srcOrd="4" destOrd="0" presId="urn:microsoft.com/office/officeart/2005/8/layout/vProcess5"/>
    <dgm:cxn modelId="{955C11C9-CA76-4F97-861C-8C85D2F9A3A6}" type="presParOf" srcId="{BFC7C7C6-4302-4A58-86F3-9C245B54A6F1}" destId="{774FD3BE-2B15-4EBB-AB9A-B97C4A73F234}" srcOrd="5" destOrd="0" presId="urn:microsoft.com/office/officeart/2005/8/layout/vProcess5"/>
    <dgm:cxn modelId="{869EFF37-0F65-43B1-845C-DD3768795416}" type="presParOf" srcId="{BFC7C7C6-4302-4A58-86F3-9C245B54A6F1}" destId="{08461819-4693-44B7-B669-B4CF904A1BED}" srcOrd="6" destOrd="0" presId="urn:microsoft.com/office/officeart/2005/8/layout/vProcess5"/>
    <dgm:cxn modelId="{E8B5932F-240D-4238-9E25-E7D488C3CC87}" type="presParOf" srcId="{BFC7C7C6-4302-4A58-86F3-9C245B54A6F1}" destId="{2791AE4B-F435-4CB0-B854-313F7D5DB3F0}" srcOrd="7" destOrd="0" presId="urn:microsoft.com/office/officeart/2005/8/layout/vProcess5"/>
    <dgm:cxn modelId="{3B7D9BDE-D2D7-4269-A2AC-DE3226B5E432}" type="presParOf" srcId="{BFC7C7C6-4302-4A58-86F3-9C245B54A6F1}" destId="{BAF20C2A-4819-426B-8371-26B21DC2B98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E677D26-B30E-41EE-9362-417C2895054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9FBEB7-98A0-4F6B-849A-2E891772AD6F}">
      <dgm:prSet/>
      <dgm:spPr/>
      <dgm:t>
        <a:bodyPr/>
        <a:lstStyle/>
        <a:p>
          <a:r>
            <a:rPr lang="en-US" b="1" dirty="0"/>
            <a:t>Fase 1 (Meses 1–2)</a:t>
          </a:r>
          <a:br>
            <a:rPr lang="en-US" dirty="0"/>
          </a:br>
          <a:r>
            <a:rPr lang="en-US" dirty="0"/>
            <a:t>- </a:t>
          </a:r>
          <a:r>
            <a:rPr lang="en-US" dirty="0" err="1"/>
            <a:t>Arquitectura</a:t>
          </a:r>
          <a:r>
            <a:rPr lang="en-US" dirty="0"/>
            <a:t> </a:t>
          </a:r>
          <a:r>
            <a:rPr lang="en-US" dirty="0" err="1"/>
            <a:t>Supabase</a:t>
          </a:r>
          <a:r>
            <a:rPr lang="en-US" dirty="0"/>
            <a:t>, RLS y triggers.</a:t>
          </a:r>
          <a:br>
            <a:rPr lang="en-US" dirty="0"/>
          </a:br>
          <a:r>
            <a:rPr lang="en-US" dirty="0"/>
            <a:t>- Auth, </a:t>
          </a:r>
          <a:r>
            <a:rPr lang="en-US" dirty="0" err="1"/>
            <a:t>perfiles</a:t>
          </a:r>
          <a:r>
            <a:rPr lang="en-US" dirty="0"/>
            <a:t> y </a:t>
          </a:r>
          <a:r>
            <a:rPr lang="en-US" dirty="0" err="1"/>
            <a:t>navegación</a:t>
          </a:r>
          <a:r>
            <a:rPr lang="en-US" dirty="0"/>
            <a:t> (App.js con gating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sesión</a:t>
          </a:r>
          <a:r>
            <a:rPr lang="en-US" dirty="0"/>
            <a:t>).</a:t>
          </a:r>
          <a:br>
            <a:rPr lang="en-US" dirty="0"/>
          </a:br>
          <a:r>
            <a:rPr lang="en-US" dirty="0"/>
            <a:t>- Edge generate-plan (prompt + </a:t>
          </a:r>
          <a:r>
            <a:rPr lang="en-US" dirty="0" err="1"/>
            <a:t>normalizador</a:t>
          </a:r>
          <a:r>
            <a:rPr lang="en-US" dirty="0"/>
            <a:t> </a:t>
          </a:r>
          <a:r>
            <a:rPr lang="en-US" dirty="0" err="1"/>
            <a:t>weeklyBlocks</a:t>
          </a:r>
          <a:r>
            <a:rPr lang="en-US" dirty="0"/>
            <a:t>).</a:t>
          </a:r>
          <a:br>
            <a:rPr lang="en-US" dirty="0"/>
          </a:br>
          <a:endParaRPr lang="en-US" dirty="0"/>
        </a:p>
      </dgm:t>
    </dgm:pt>
    <dgm:pt modelId="{8EBCB791-6D30-4AD5-8737-58C9B0BB4E9B}" type="parTrans" cxnId="{96E256F3-CCFC-4895-9196-6477F871910E}">
      <dgm:prSet/>
      <dgm:spPr/>
      <dgm:t>
        <a:bodyPr/>
        <a:lstStyle/>
        <a:p>
          <a:endParaRPr lang="en-US"/>
        </a:p>
      </dgm:t>
    </dgm:pt>
    <dgm:pt modelId="{4C184982-BFB1-41B3-8C7E-5E22E9BAF85B}" type="sibTrans" cxnId="{96E256F3-CCFC-4895-9196-6477F871910E}">
      <dgm:prSet/>
      <dgm:spPr/>
      <dgm:t>
        <a:bodyPr/>
        <a:lstStyle/>
        <a:p>
          <a:endParaRPr lang="en-US"/>
        </a:p>
      </dgm:t>
    </dgm:pt>
    <dgm:pt modelId="{1B8491BB-240F-48A4-A91C-5D28F213FA11}">
      <dgm:prSet/>
      <dgm:spPr/>
      <dgm:t>
        <a:bodyPr/>
        <a:lstStyle/>
        <a:p>
          <a:r>
            <a:rPr lang="en-US" b="1"/>
            <a:t>Fase 2 (Meses 3–4)</a:t>
          </a:r>
          <a:br>
            <a:rPr lang="en-US"/>
          </a:br>
          <a:r>
            <a:rPr lang="en-US"/>
            <a:t>- save-plan (RPC activate_training_plan).</a:t>
          </a:r>
          <a:br>
            <a:rPr lang="en-US"/>
          </a:br>
          <a:r>
            <a:rPr lang="en-US"/>
            <a:t>- Pantallas: Survey, Plan (MVP), Detalle, View/Historial (con eliminar).</a:t>
          </a:r>
          <a:br>
            <a:rPr lang="en-US"/>
          </a:br>
          <a:r>
            <a:rPr lang="en-US"/>
            <a:t>- Logs de sesiones (upsert-session-log, get-session-logs).</a:t>
          </a:r>
          <a:br>
            <a:rPr lang="en-US"/>
          </a:br>
          <a:endParaRPr lang="en-US"/>
        </a:p>
      </dgm:t>
    </dgm:pt>
    <dgm:pt modelId="{94AF3A23-C266-47DE-99F1-9D2A0493D815}" type="parTrans" cxnId="{5CF6BABE-0DE2-4A9A-B3EB-918CA052492A}">
      <dgm:prSet/>
      <dgm:spPr/>
      <dgm:t>
        <a:bodyPr/>
        <a:lstStyle/>
        <a:p>
          <a:endParaRPr lang="en-US"/>
        </a:p>
      </dgm:t>
    </dgm:pt>
    <dgm:pt modelId="{B48A9075-F860-4547-A399-2B22B655DFAB}" type="sibTrans" cxnId="{5CF6BABE-0DE2-4A9A-B3EB-918CA052492A}">
      <dgm:prSet/>
      <dgm:spPr/>
      <dgm:t>
        <a:bodyPr/>
        <a:lstStyle/>
        <a:p>
          <a:endParaRPr lang="en-US"/>
        </a:p>
      </dgm:t>
    </dgm:pt>
    <dgm:pt modelId="{BD6CA228-EB9D-4066-ACCF-7A09F0CB2295}">
      <dgm:prSet/>
      <dgm:spPr/>
      <dgm:t>
        <a:bodyPr/>
        <a:lstStyle/>
        <a:p>
          <a:r>
            <a:rPr lang="en-US" b="1"/>
            <a:t>Fase 3 (Meses 5–6)</a:t>
          </a:r>
          <a:br>
            <a:rPr lang="en-US"/>
          </a:br>
          <a:r>
            <a:rPr lang="en-US"/>
            <a:t>- Telemetría/observabilidad y validadores estrictos (Zod/Valibot).</a:t>
          </a:r>
          <a:br>
            <a:rPr lang="en-US"/>
          </a:br>
          <a:r>
            <a:rPr lang="en-US"/>
            <a:t>- Beta con clubes, pricing y landing.</a:t>
          </a:r>
          <a:br>
            <a:rPr lang="en-US"/>
          </a:br>
          <a:r>
            <a:rPr lang="en-US"/>
            <a:t>- Preparación B2B y multi‑deporte (Smart‑Coach).</a:t>
          </a:r>
        </a:p>
      </dgm:t>
    </dgm:pt>
    <dgm:pt modelId="{E1C9A0C0-EE40-4928-A39A-5877E07D2625}" type="parTrans" cxnId="{2348D4E2-1473-41F1-9CC9-50253DD2A5F4}">
      <dgm:prSet/>
      <dgm:spPr/>
      <dgm:t>
        <a:bodyPr/>
        <a:lstStyle/>
        <a:p>
          <a:endParaRPr lang="en-US"/>
        </a:p>
      </dgm:t>
    </dgm:pt>
    <dgm:pt modelId="{FD0EAE16-B009-4C14-9A66-40CCCAD6E249}" type="sibTrans" cxnId="{2348D4E2-1473-41F1-9CC9-50253DD2A5F4}">
      <dgm:prSet/>
      <dgm:spPr/>
      <dgm:t>
        <a:bodyPr/>
        <a:lstStyle/>
        <a:p>
          <a:endParaRPr lang="en-US"/>
        </a:p>
      </dgm:t>
    </dgm:pt>
    <dgm:pt modelId="{A0D7C257-D610-48F2-8F37-097E92ACD443}">
      <dgm:prSet/>
      <dgm:spPr/>
      <dgm:t>
        <a:bodyPr/>
        <a:lstStyle/>
        <a:p>
          <a:r>
            <a:rPr lang="en-US" b="1"/>
            <a:t>Pilotos actuales (confirmado):</a:t>
          </a:r>
          <a:r>
            <a:rPr lang="en-US"/>
            <a:t> deportistas y entusiastas validando contenido.</a:t>
          </a:r>
        </a:p>
      </dgm:t>
    </dgm:pt>
    <dgm:pt modelId="{AF4AF3F7-24CD-43B7-B86F-1AD9CAC88800}" type="parTrans" cxnId="{D7C893E1-1CB2-49EA-8AEA-CD41C898CD9F}">
      <dgm:prSet/>
      <dgm:spPr/>
      <dgm:t>
        <a:bodyPr/>
        <a:lstStyle/>
        <a:p>
          <a:endParaRPr lang="en-US"/>
        </a:p>
      </dgm:t>
    </dgm:pt>
    <dgm:pt modelId="{A4EB74BC-340B-4BC3-AE17-F8A78E03AF79}" type="sibTrans" cxnId="{D7C893E1-1CB2-49EA-8AEA-CD41C898CD9F}">
      <dgm:prSet/>
      <dgm:spPr/>
      <dgm:t>
        <a:bodyPr/>
        <a:lstStyle/>
        <a:p>
          <a:endParaRPr lang="en-US"/>
        </a:p>
      </dgm:t>
    </dgm:pt>
    <dgm:pt modelId="{CED502FF-87BE-4ECE-BA10-F56B10C2A839}" type="pres">
      <dgm:prSet presAssocID="{6E677D26-B30E-41EE-9362-417C28950547}" presName="outerComposite" presStyleCnt="0">
        <dgm:presLayoutVars>
          <dgm:chMax val="5"/>
          <dgm:dir/>
          <dgm:resizeHandles val="exact"/>
        </dgm:presLayoutVars>
      </dgm:prSet>
      <dgm:spPr/>
    </dgm:pt>
    <dgm:pt modelId="{2A224D69-5508-42C0-AC2E-08C5B6279B6D}" type="pres">
      <dgm:prSet presAssocID="{6E677D26-B30E-41EE-9362-417C28950547}" presName="dummyMaxCanvas" presStyleCnt="0">
        <dgm:presLayoutVars/>
      </dgm:prSet>
      <dgm:spPr/>
    </dgm:pt>
    <dgm:pt modelId="{11377176-006B-438E-937F-F363D316375D}" type="pres">
      <dgm:prSet presAssocID="{6E677D26-B30E-41EE-9362-417C28950547}" presName="ThreeNodes_1" presStyleLbl="node1" presStyleIdx="0" presStyleCnt="3">
        <dgm:presLayoutVars>
          <dgm:bulletEnabled val="1"/>
        </dgm:presLayoutVars>
      </dgm:prSet>
      <dgm:spPr/>
    </dgm:pt>
    <dgm:pt modelId="{6B7E9468-D488-4661-B4D1-897680F81779}" type="pres">
      <dgm:prSet presAssocID="{6E677D26-B30E-41EE-9362-417C28950547}" presName="ThreeNodes_2" presStyleLbl="node1" presStyleIdx="1" presStyleCnt="3">
        <dgm:presLayoutVars>
          <dgm:bulletEnabled val="1"/>
        </dgm:presLayoutVars>
      </dgm:prSet>
      <dgm:spPr/>
    </dgm:pt>
    <dgm:pt modelId="{9F006678-7B1E-4AF6-99A1-F31BD615EA9A}" type="pres">
      <dgm:prSet presAssocID="{6E677D26-B30E-41EE-9362-417C28950547}" presName="ThreeNodes_3" presStyleLbl="node1" presStyleIdx="2" presStyleCnt="3">
        <dgm:presLayoutVars>
          <dgm:bulletEnabled val="1"/>
        </dgm:presLayoutVars>
      </dgm:prSet>
      <dgm:spPr/>
    </dgm:pt>
    <dgm:pt modelId="{5610B39C-D6EC-48B2-8886-84483BD9B9A1}" type="pres">
      <dgm:prSet presAssocID="{6E677D26-B30E-41EE-9362-417C28950547}" presName="ThreeConn_1-2" presStyleLbl="fgAccFollowNode1" presStyleIdx="0" presStyleCnt="2">
        <dgm:presLayoutVars>
          <dgm:bulletEnabled val="1"/>
        </dgm:presLayoutVars>
      </dgm:prSet>
      <dgm:spPr/>
    </dgm:pt>
    <dgm:pt modelId="{1E9F2094-967F-4142-904B-51629D1FBFF9}" type="pres">
      <dgm:prSet presAssocID="{6E677D26-B30E-41EE-9362-417C28950547}" presName="ThreeConn_2-3" presStyleLbl="fgAccFollowNode1" presStyleIdx="1" presStyleCnt="2">
        <dgm:presLayoutVars>
          <dgm:bulletEnabled val="1"/>
        </dgm:presLayoutVars>
      </dgm:prSet>
      <dgm:spPr/>
    </dgm:pt>
    <dgm:pt modelId="{C271D074-C7E5-4ABE-B7D0-3CE7A139BBF0}" type="pres">
      <dgm:prSet presAssocID="{6E677D26-B30E-41EE-9362-417C28950547}" presName="ThreeNodes_1_text" presStyleLbl="node1" presStyleIdx="2" presStyleCnt="3">
        <dgm:presLayoutVars>
          <dgm:bulletEnabled val="1"/>
        </dgm:presLayoutVars>
      </dgm:prSet>
      <dgm:spPr/>
    </dgm:pt>
    <dgm:pt modelId="{2E1D15DA-2194-4BA9-841B-A243F563A075}" type="pres">
      <dgm:prSet presAssocID="{6E677D26-B30E-41EE-9362-417C28950547}" presName="ThreeNodes_2_text" presStyleLbl="node1" presStyleIdx="2" presStyleCnt="3">
        <dgm:presLayoutVars>
          <dgm:bulletEnabled val="1"/>
        </dgm:presLayoutVars>
      </dgm:prSet>
      <dgm:spPr/>
    </dgm:pt>
    <dgm:pt modelId="{46D9BCD5-991E-447A-86A4-2643FC56F0EF}" type="pres">
      <dgm:prSet presAssocID="{6E677D26-B30E-41EE-9362-417C2895054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E539F1A-5EA3-4CF2-AF0E-6B9FD693D1FD}" type="presOf" srcId="{B48A9075-F860-4547-A399-2B22B655DFAB}" destId="{1E9F2094-967F-4142-904B-51629D1FBFF9}" srcOrd="0" destOrd="0" presId="urn:microsoft.com/office/officeart/2005/8/layout/vProcess5"/>
    <dgm:cxn modelId="{7D772C22-EF40-4B7D-9675-DE6CCB54377F}" type="presOf" srcId="{299FBEB7-98A0-4F6B-849A-2E891772AD6F}" destId="{11377176-006B-438E-937F-F363D316375D}" srcOrd="0" destOrd="0" presId="urn:microsoft.com/office/officeart/2005/8/layout/vProcess5"/>
    <dgm:cxn modelId="{AE173222-8864-4479-8BF6-DC2F8356D11B}" type="presOf" srcId="{BD6CA228-EB9D-4066-ACCF-7A09F0CB2295}" destId="{9F006678-7B1E-4AF6-99A1-F31BD615EA9A}" srcOrd="0" destOrd="0" presId="urn:microsoft.com/office/officeart/2005/8/layout/vProcess5"/>
    <dgm:cxn modelId="{59DF512C-BD14-4D29-AEE0-AA5F219B2CE0}" type="presOf" srcId="{A0D7C257-D610-48F2-8F37-097E92ACD443}" destId="{9F006678-7B1E-4AF6-99A1-F31BD615EA9A}" srcOrd="0" destOrd="1" presId="urn:microsoft.com/office/officeart/2005/8/layout/vProcess5"/>
    <dgm:cxn modelId="{2DD44A72-BD54-4D23-8CA9-C6DAC3C88FB0}" type="presOf" srcId="{1B8491BB-240F-48A4-A91C-5D28F213FA11}" destId="{2E1D15DA-2194-4BA9-841B-A243F563A075}" srcOrd="1" destOrd="0" presId="urn:microsoft.com/office/officeart/2005/8/layout/vProcess5"/>
    <dgm:cxn modelId="{D31CE254-C669-46DD-A477-5AA564BEB2F7}" type="presOf" srcId="{1B8491BB-240F-48A4-A91C-5D28F213FA11}" destId="{6B7E9468-D488-4661-B4D1-897680F81779}" srcOrd="0" destOrd="0" presId="urn:microsoft.com/office/officeart/2005/8/layout/vProcess5"/>
    <dgm:cxn modelId="{B5BE547A-2809-4A7A-8D2B-4B57184172D0}" type="presOf" srcId="{BD6CA228-EB9D-4066-ACCF-7A09F0CB2295}" destId="{46D9BCD5-991E-447A-86A4-2643FC56F0EF}" srcOrd="1" destOrd="0" presId="urn:microsoft.com/office/officeart/2005/8/layout/vProcess5"/>
    <dgm:cxn modelId="{68B9278F-2499-45E5-AE26-2F5DF4E40C5D}" type="presOf" srcId="{299FBEB7-98A0-4F6B-849A-2E891772AD6F}" destId="{C271D074-C7E5-4ABE-B7D0-3CE7A139BBF0}" srcOrd="1" destOrd="0" presId="urn:microsoft.com/office/officeart/2005/8/layout/vProcess5"/>
    <dgm:cxn modelId="{F618A598-F9C8-4DB4-840F-7BC619DB2B23}" type="presOf" srcId="{6E677D26-B30E-41EE-9362-417C28950547}" destId="{CED502FF-87BE-4ECE-BA10-F56B10C2A839}" srcOrd="0" destOrd="0" presId="urn:microsoft.com/office/officeart/2005/8/layout/vProcess5"/>
    <dgm:cxn modelId="{97334AB9-2357-42E7-86F7-4C5BC39DA8D7}" type="presOf" srcId="{A0D7C257-D610-48F2-8F37-097E92ACD443}" destId="{46D9BCD5-991E-447A-86A4-2643FC56F0EF}" srcOrd="1" destOrd="1" presId="urn:microsoft.com/office/officeart/2005/8/layout/vProcess5"/>
    <dgm:cxn modelId="{5CF6BABE-0DE2-4A9A-B3EB-918CA052492A}" srcId="{6E677D26-B30E-41EE-9362-417C28950547}" destId="{1B8491BB-240F-48A4-A91C-5D28F213FA11}" srcOrd="1" destOrd="0" parTransId="{94AF3A23-C266-47DE-99F1-9D2A0493D815}" sibTransId="{B48A9075-F860-4547-A399-2B22B655DFAB}"/>
    <dgm:cxn modelId="{3B86FEC0-350A-407C-9A95-B0B201FD0D34}" type="presOf" srcId="{4C184982-BFB1-41B3-8C7E-5E22E9BAF85B}" destId="{5610B39C-D6EC-48B2-8886-84483BD9B9A1}" srcOrd="0" destOrd="0" presId="urn:microsoft.com/office/officeart/2005/8/layout/vProcess5"/>
    <dgm:cxn modelId="{D7C893E1-1CB2-49EA-8AEA-CD41C898CD9F}" srcId="{BD6CA228-EB9D-4066-ACCF-7A09F0CB2295}" destId="{A0D7C257-D610-48F2-8F37-097E92ACD443}" srcOrd="0" destOrd="0" parTransId="{AF4AF3F7-24CD-43B7-B86F-1AD9CAC88800}" sibTransId="{A4EB74BC-340B-4BC3-AE17-F8A78E03AF79}"/>
    <dgm:cxn modelId="{2348D4E2-1473-41F1-9CC9-50253DD2A5F4}" srcId="{6E677D26-B30E-41EE-9362-417C28950547}" destId="{BD6CA228-EB9D-4066-ACCF-7A09F0CB2295}" srcOrd="2" destOrd="0" parTransId="{E1C9A0C0-EE40-4928-A39A-5877E07D2625}" sibTransId="{FD0EAE16-B009-4C14-9A66-40CCCAD6E249}"/>
    <dgm:cxn modelId="{96E256F3-CCFC-4895-9196-6477F871910E}" srcId="{6E677D26-B30E-41EE-9362-417C28950547}" destId="{299FBEB7-98A0-4F6B-849A-2E891772AD6F}" srcOrd="0" destOrd="0" parTransId="{8EBCB791-6D30-4AD5-8737-58C9B0BB4E9B}" sibTransId="{4C184982-BFB1-41B3-8C7E-5E22E9BAF85B}"/>
    <dgm:cxn modelId="{09F769B5-780C-44B6-A86E-53D3DB0E9CFD}" type="presParOf" srcId="{CED502FF-87BE-4ECE-BA10-F56B10C2A839}" destId="{2A224D69-5508-42C0-AC2E-08C5B6279B6D}" srcOrd="0" destOrd="0" presId="urn:microsoft.com/office/officeart/2005/8/layout/vProcess5"/>
    <dgm:cxn modelId="{B340AE51-CE9A-4D45-A6D3-185AD6912EEA}" type="presParOf" srcId="{CED502FF-87BE-4ECE-BA10-F56B10C2A839}" destId="{11377176-006B-438E-937F-F363D316375D}" srcOrd="1" destOrd="0" presId="urn:microsoft.com/office/officeart/2005/8/layout/vProcess5"/>
    <dgm:cxn modelId="{908D17CF-DD8F-44F5-91AB-D9ECA8419B5A}" type="presParOf" srcId="{CED502FF-87BE-4ECE-BA10-F56B10C2A839}" destId="{6B7E9468-D488-4661-B4D1-897680F81779}" srcOrd="2" destOrd="0" presId="urn:microsoft.com/office/officeart/2005/8/layout/vProcess5"/>
    <dgm:cxn modelId="{F609FB38-9DED-4F34-9349-D5BC7F1D7D82}" type="presParOf" srcId="{CED502FF-87BE-4ECE-BA10-F56B10C2A839}" destId="{9F006678-7B1E-4AF6-99A1-F31BD615EA9A}" srcOrd="3" destOrd="0" presId="urn:microsoft.com/office/officeart/2005/8/layout/vProcess5"/>
    <dgm:cxn modelId="{045D5BE1-DD29-4D62-B1F3-82487A294198}" type="presParOf" srcId="{CED502FF-87BE-4ECE-BA10-F56B10C2A839}" destId="{5610B39C-D6EC-48B2-8886-84483BD9B9A1}" srcOrd="4" destOrd="0" presId="urn:microsoft.com/office/officeart/2005/8/layout/vProcess5"/>
    <dgm:cxn modelId="{29783175-8C9A-4A2D-9713-6DE5BD924838}" type="presParOf" srcId="{CED502FF-87BE-4ECE-BA10-F56B10C2A839}" destId="{1E9F2094-967F-4142-904B-51629D1FBFF9}" srcOrd="5" destOrd="0" presId="urn:microsoft.com/office/officeart/2005/8/layout/vProcess5"/>
    <dgm:cxn modelId="{2F065144-CF08-4C7A-B0A1-05DBBC6904D0}" type="presParOf" srcId="{CED502FF-87BE-4ECE-BA10-F56B10C2A839}" destId="{C271D074-C7E5-4ABE-B7D0-3CE7A139BBF0}" srcOrd="6" destOrd="0" presId="urn:microsoft.com/office/officeart/2005/8/layout/vProcess5"/>
    <dgm:cxn modelId="{8C4D12CC-6E8C-427B-8BC3-186F5223E432}" type="presParOf" srcId="{CED502FF-87BE-4ECE-BA10-F56B10C2A839}" destId="{2E1D15DA-2194-4BA9-841B-A243F563A075}" srcOrd="7" destOrd="0" presId="urn:microsoft.com/office/officeart/2005/8/layout/vProcess5"/>
    <dgm:cxn modelId="{0EFAF25C-0255-4B89-9A83-37F748996F1A}" type="presParOf" srcId="{CED502FF-87BE-4ECE-BA10-F56B10C2A839}" destId="{46D9BCD5-991E-447A-86A4-2643FC56F0E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BBF0020-69E4-4872-B500-32249D6AFB05}" type="doc">
      <dgm:prSet loTypeId="urn:microsoft.com/office/officeart/2005/8/layout/list1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5E0447C-A5E8-4761-85F8-39B6C890D03B}">
      <dgm:prSet custT="1"/>
      <dgm:spPr/>
      <dgm:t>
        <a:bodyPr/>
        <a:lstStyle/>
        <a:p>
          <a:r>
            <a:rPr lang="es-MX" sz="1800" b="1" i="0"/>
            <a:t>Logros Esperados:</a:t>
          </a:r>
          <a:endParaRPr lang="en-US" sz="1800"/>
        </a:p>
      </dgm:t>
    </dgm:pt>
    <dgm:pt modelId="{BEBC284B-18E3-40DB-90D0-639B5334E227}" type="parTrans" cxnId="{FE06C653-E8CF-4A93-A50D-87FAF0442041}">
      <dgm:prSet/>
      <dgm:spPr/>
      <dgm:t>
        <a:bodyPr/>
        <a:lstStyle/>
        <a:p>
          <a:endParaRPr lang="en-US" sz="2000"/>
        </a:p>
      </dgm:t>
    </dgm:pt>
    <dgm:pt modelId="{6F8865F5-2528-4A1B-B89A-74A33F3C9461}" type="sibTrans" cxnId="{FE06C653-E8CF-4A93-A50D-87FAF0442041}">
      <dgm:prSet/>
      <dgm:spPr/>
      <dgm:t>
        <a:bodyPr/>
        <a:lstStyle/>
        <a:p>
          <a:endParaRPr lang="en-US" sz="2000"/>
        </a:p>
      </dgm:t>
    </dgm:pt>
    <dgm:pt modelId="{A086CB2B-A2DF-4FF4-9175-716898A6448A}">
      <dgm:prSet custT="1"/>
      <dgm:spPr/>
      <dgm:t>
        <a:bodyPr/>
        <a:lstStyle/>
        <a:p>
          <a:r>
            <a:rPr lang="es-MX" sz="1800" b="0" i="0"/>
            <a:t>App funcional con IA integrada.</a:t>
          </a:r>
          <a:endParaRPr lang="en-US" sz="1800"/>
        </a:p>
      </dgm:t>
    </dgm:pt>
    <dgm:pt modelId="{77D97C31-2001-4A6F-88E7-5988C12C44B6}" type="parTrans" cxnId="{5261BA0B-BA77-48C3-A543-8B749BD7E210}">
      <dgm:prSet/>
      <dgm:spPr/>
      <dgm:t>
        <a:bodyPr/>
        <a:lstStyle/>
        <a:p>
          <a:endParaRPr lang="en-US" sz="2000"/>
        </a:p>
      </dgm:t>
    </dgm:pt>
    <dgm:pt modelId="{634F2EBB-E335-4915-ADAD-952E9B98367E}" type="sibTrans" cxnId="{5261BA0B-BA77-48C3-A543-8B749BD7E210}">
      <dgm:prSet/>
      <dgm:spPr/>
      <dgm:t>
        <a:bodyPr/>
        <a:lstStyle/>
        <a:p>
          <a:endParaRPr lang="en-US" sz="2000"/>
        </a:p>
      </dgm:t>
    </dgm:pt>
    <dgm:pt modelId="{D71BE70E-6D8B-4D68-B6D2-059DCEC363D6}">
      <dgm:prSet custT="1"/>
      <dgm:spPr/>
      <dgm:t>
        <a:bodyPr/>
        <a:lstStyle/>
        <a:p>
          <a:r>
            <a:rPr lang="es-MX" sz="1800" b="0" i="0"/>
            <a:t>Validación con usuarios reales (clubes).</a:t>
          </a:r>
          <a:endParaRPr lang="en-US" sz="1800"/>
        </a:p>
      </dgm:t>
    </dgm:pt>
    <dgm:pt modelId="{59773120-71A0-41BB-8834-8DD676AB4B80}" type="parTrans" cxnId="{721BC2E0-A135-447B-A66A-59F4F5B4C8DC}">
      <dgm:prSet/>
      <dgm:spPr/>
      <dgm:t>
        <a:bodyPr/>
        <a:lstStyle/>
        <a:p>
          <a:endParaRPr lang="en-US" sz="2000"/>
        </a:p>
      </dgm:t>
    </dgm:pt>
    <dgm:pt modelId="{47018C02-1DEC-4783-A68E-48C1C2E5718F}" type="sibTrans" cxnId="{721BC2E0-A135-447B-A66A-59F4F5B4C8DC}">
      <dgm:prSet/>
      <dgm:spPr/>
      <dgm:t>
        <a:bodyPr/>
        <a:lstStyle/>
        <a:p>
          <a:endParaRPr lang="en-US" sz="2000"/>
        </a:p>
      </dgm:t>
    </dgm:pt>
    <dgm:pt modelId="{C96224D6-F4D4-429F-A3D8-639085F0B579}">
      <dgm:prSet custT="1"/>
      <dgm:spPr/>
      <dgm:t>
        <a:bodyPr/>
        <a:lstStyle/>
        <a:p>
          <a:r>
            <a:rPr lang="es-MX" sz="1800" b="0" i="0"/>
            <a:t>VAN positivo y TIR atractiva.</a:t>
          </a:r>
          <a:endParaRPr lang="en-US" sz="1800"/>
        </a:p>
      </dgm:t>
    </dgm:pt>
    <dgm:pt modelId="{E90DDDF8-0AFB-42B1-B962-3B5283F063BA}" type="parTrans" cxnId="{5D5FFC62-AD4F-43D4-A680-DF60BAC92679}">
      <dgm:prSet/>
      <dgm:spPr/>
      <dgm:t>
        <a:bodyPr/>
        <a:lstStyle/>
        <a:p>
          <a:endParaRPr lang="en-US" sz="2000"/>
        </a:p>
      </dgm:t>
    </dgm:pt>
    <dgm:pt modelId="{373E8F31-3AD9-42E0-A2ED-FD80D66C76BF}" type="sibTrans" cxnId="{5D5FFC62-AD4F-43D4-A680-DF60BAC92679}">
      <dgm:prSet/>
      <dgm:spPr/>
      <dgm:t>
        <a:bodyPr/>
        <a:lstStyle/>
        <a:p>
          <a:endParaRPr lang="en-US" sz="2000"/>
        </a:p>
      </dgm:t>
    </dgm:pt>
    <dgm:pt modelId="{8B13AFA7-A74A-40DA-82D0-53DDCE10CBAB}">
      <dgm:prSet custT="1"/>
      <dgm:spPr/>
      <dgm:t>
        <a:bodyPr/>
        <a:lstStyle/>
        <a:p>
          <a:r>
            <a:rPr lang="en-US" sz="1800" b="1" i="0"/>
            <a:t>Diferenciadores</a:t>
          </a:r>
          <a:endParaRPr lang="en-US" sz="1800"/>
        </a:p>
      </dgm:t>
    </dgm:pt>
    <dgm:pt modelId="{581EDFB3-DAE8-4E40-8923-3897B6041819}" type="parTrans" cxnId="{91643A4C-E5AD-4D53-A6C3-49E40F685E57}">
      <dgm:prSet/>
      <dgm:spPr/>
      <dgm:t>
        <a:bodyPr/>
        <a:lstStyle/>
        <a:p>
          <a:endParaRPr lang="en-US" sz="2000"/>
        </a:p>
      </dgm:t>
    </dgm:pt>
    <dgm:pt modelId="{E0D04283-5547-4CC1-9C28-8BCCA1D933E0}" type="sibTrans" cxnId="{91643A4C-E5AD-4D53-A6C3-49E40F685E57}">
      <dgm:prSet/>
      <dgm:spPr/>
      <dgm:t>
        <a:bodyPr/>
        <a:lstStyle/>
        <a:p>
          <a:endParaRPr lang="en-US" sz="2000"/>
        </a:p>
      </dgm:t>
    </dgm:pt>
    <dgm:pt modelId="{AF587393-5BB4-4A9F-8130-9F81B5F7ADF9}">
      <dgm:prSet custT="1"/>
      <dgm:spPr/>
      <dgm:t>
        <a:bodyPr/>
        <a:lstStyle/>
        <a:p>
          <a:r>
            <a:rPr lang="en-US" sz="1800" b="0" i="0"/>
            <a:t>IA en español</a:t>
          </a:r>
          <a:endParaRPr lang="en-US" sz="1800"/>
        </a:p>
      </dgm:t>
    </dgm:pt>
    <dgm:pt modelId="{197D1020-28B2-4B3B-8410-BA5EF10C39CF}" type="parTrans" cxnId="{326EBFFB-84E8-4CEE-8554-37B56D2C5572}">
      <dgm:prSet/>
      <dgm:spPr/>
      <dgm:t>
        <a:bodyPr/>
        <a:lstStyle/>
        <a:p>
          <a:endParaRPr lang="en-US" sz="2000"/>
        </a:p>
      </dgm:t>
    </dgm:pt>
    <dgm:pt modelId="{364D92C0-421E-468E-AACE-7164D2190AF1}" type="sibTrans" cxnId="{326EBFFB-84E8-4CEE-8554-37B56D2C5572}">
      <dgm:prSet/>
      <dgm:spPr/>
      <dgm:t>
        <a:bodyPr/>
        <a:lstStyle/>
        <a:p>
          <a:endParaRPr lang="en-US" sz="2000"/>
        </a:p>
      </dgm:t>
    </dgm:pt>
    <dgm:pt modelId="{F1CFADEF-CB33-448B-A08C-0E25CF463984}">
      <dgm:prSet custT="1"/>
      <dgm:spPr/>
      <dgm:t>
        <a:bodyPr/>
        <a:lstStyle/>
        <a:p>
          <a:r>
            <a:rPr lang="en-US" sz="1800" b="0" i="0"/>
            <a:t>Arquitectura </a:t>
          </a:r>
          <a:r>
            <a:rPr lang="en-US" sz="1800" b="1" i="0"/>
            <a:t>serverless con RLS</a:t>
          </a:r>
          <a:r>
            <a:rPr lang="en-US" sz="1800" b="0" i="0"/>
            <a:t>, </a:t>
          </a:r>
          <a:r>
            <a:rPr lang="en-US" sz="1800" b="1" i="0"/>
            <a:t>Edge Functions</a:t>
          </a:r>
          <a:r>
            <a:rPr lang="en-US" sz="1800" b="0" i="0"/>
            <a:t> modulares </a:t>
          </a:r>
          <a:endParaRPr lang="en-US" sz="1800"/>
        </a:p>
      </dgm:t>
    </dgm:pt>
    <dgm:pt modelId="{73130073-276D-4BB9-A2FC-B1528E460115}" type="parTrans" cxnId="{4BE858D4-EB1B-49A7-BBDA-CE85B80C00F7}">
      <dgm:prSet/>
      <dgm:spPr/>
      <dgm:t>
        <a:bodyPr/>
        <a:lstStyle/>
        <a:p>
          <a:endParaRPr lang="en-US" sz="2000"/>
        </a:p>
      </dgm:t>
    </dgm:pt>
    <dgm:pt modelId="{80C89931-DBA0-4A41-9EE0-746542FF5348}" type="sibTrans" cxnId="{4BE858D4-EB1B-49A7-BBDA-CE85B80C00F7}">
      <dgm:prSet/>
      <dgm:spPr/>
      <dgm:t>
        <a:bodyPr/>
        <a:lstStyle/>
        <a:p>
          <a:endParaRPr lang="en-US" sz="2000"/>
        </a:p>
      </dgm:t>
    </dgm:pt>
    <dgm:pt modelId="{A5D587AC-5F23-477A-BE55-9C0EFCF24DFE}">
      <dgm:prSet custT="1"/>
      <dgm:spPr/>
      <dgm:t>
        <a:bodyPr/>
        <a:lstStyle/>
        <a:p>
          <a:r>
            <a:rPr lang="en-US" sz="1800" b="0" i="0" dirty="0" err="1"/>
            <a:t>Enfoque</a:t>
          </a:r>
          <a:r>
            <a:rPr lang="en-US" sz="1800" b="0" i="0" dirty="0"/>
            <a:t> </a:t>
          </a:r>
          <a:r>
            <a:rPr lang="en-US" sz="1800" b="0" i="0" dirty="0" err="1"/>
            <a:t>en</a:t>
          </a:r>
          <a:r>
            <a:rPr lang="en-US" sz="1800" b="0" i="0" dirty="0"/>
            <a:t> </a:t>
          </a:r>
          <a:r>
            <a:rPr lang="en-US" sz="1800" b="1" i="0" dirty="0" err="1"/>
            <a:t>seguridad</a:t>
          </a:r>
          <a:r>
            <a:rPr lang="en-US" sz="1800" b="1" i="0" dirty="0"/>
            <a:t> y </a:t>
          </a:r>
          <a:r>
            <a:rPr lang="en-US" sz="1800" b="1" i="0" dirty="0" err="1"/>
            <a:t>continuidad</a:t>
          </a:r>
          <a:r>
            <a:rPr lang="en-US" sz="1800" b="0" i="0" dirty="0"/>
            <a:t> (chips de </a:t>
          </a:r>
          <a:r>
            <a:rPr lang="en-US" sz="1800" b="0" i="0" dirty="0" err="1"/>
            <a:t>intensidades</a:t>
          </a:r>
          <a:r>
            <a:rPr lang="en-US" sz="1800" b="0" i="0" dirty="0"/>
            <a:t>/</a:t>
          </a:r>
          <a:r>
            <a:rPr lang="en-US" sz="1800" b="0" i="0" dirty="0" err="1"/>
            <a:t>objetivos</a:t>
          </a:r>
          <a:r>
            <a:rPr lang="en-US" sz="1800" b="0" i="0" dirty="0"/>
            <a:t>, logs y vista de </a:t>
          </a:r>
          <a:r>
            <a:rPr lang="en-US" sz="1800" b="0" i="0" dirty="0" err="1"/>
            <a:t>historial</a:t>
          </a:r>
          <a:r>
            <a:rPr lang="en-US" sz="1800" b="0" i="0" dirty="0"/>
            <a:t>).</a:t>
          </a:r>
          <a:br>
            <a:rPr lang="en-US" sz="1800" b="0" i="0" dirty="0"/>
          </a:br>
          <a:endParaRPr lang="en-US" sz="1800" dirty="0"/>
        </a:p>
      </dgm:t>
    </dgm:pt>
    <dgm:pt modelId="{7E426C2A-5288-4BF9-8A1D-A50DBCA383B5}" type="parTrans" cxnId="{97CE9DB4-A166-4C57-80D8-4B9952EA6021}">
      <dgm:prSet/>
      <dgm:spPr/>
      <dgm:t>
        <a:bodyPr/>
        <a:lstStyle/>
        <a:p>
          <a:endParaRPr lang="en-US" sz="2000"/>
        </a:p>
      </dgm:t>
    </dgm:pt>
    <dgm:pt modelId="{74627A7E-2A50-488D-AFE1-F49E9DF6F43A}" type="sibTrans" cxnId="{97CE9DB4-A166-4C57-80D8-4B9952EA6021}">
      <dgm:prSet/>
      <dgm:spPr/>
      <dgm:t>
        <a:bodyPr/>
        <a:lstStyle/>
        <a:p>
          <a:endParaRPr lang="en-US" sz="2000"/>
        </a:p>
      </dgm:t>
    </dgm:pt>
    <dgm:pt modelId="{6BBEA0F5-4643-499E-A8EC-CB7AE29816AF}">
      <dgm:prSet custT="1"/>
      <dgm:spPr/>
      <dgm:t>
        <a:bodyPr/>
        <a:lstStyle/>
        <a:p>
          <a:r>
            <a:rPr lang="en-US" sz="1800" b="1" i="0"/>
            <a:t>Próximos pasos</a:t>
          </a:r>
          <a:endParaRPr lang="en-US" sz="1800"/>
        </a:p>
      </dgm:t>
    </dgm:pt>
    <dgm:pt modelId="{169DC690-757B-4AE4-A19C-549AE2050D97}" type="parTrans" cxnId="{D75E6A6E-2976-4A70-B414-AAF3F8BC3A6D}">
      <dgm:prSet/>
      <dgm:spPr/>
      <dgm:t>
        <a:bodyPr/>
        <a:lstStyle/>
        <a:p>
          <a:endParaRPr lang="en-US" sz="2000"/>
        </a:p>
      </dgm:t>
    </dgm:pt>
    <dgm:pt modelId="{D6010063-3899-4141-AE5B-A9029D5BA25E}" type="sibTrans" cxnId="{D75E6A6E-2976-4A70-B414-AAF3F8BC3A6D}">
      <dgm:prSet/>
      <dgm:spPr/>
      <dgm:t>
        <a:bodyPr/>
        <a:lstStyle/>
        <a:p>
          <a:endParaRPr lang="en-US" sz="2000"/>
        </a:p>
      </dgm:t>
    </dgm:pt>
    <dgm:pt modelId="{E1B628FE-ECE1-4DFF-9788-37C67EDA4619}">
      <dgm:prSet custT="1"/>
      <dgm:spPr/>
      <dgm:t>
        <a:bodyPr/>
        <a:lstStyle/>
        <a:p>
          <a:r>
            <a:rPr lang="en-US" sz="1800" b="0" i="0"/>
            <a:t>Escalar pilotos, definir </a:t>
          </a:r>
          <a:r>
            <a:rPr lang="en-US" sz="1800" b="1" i="0"/>
            <a:t>precio base</a:t>
          </a:r>
          <a:r>
            <a:rPr lang="en-US" sz="1800" b="0" i="0"/>
            <a:t> (Opción B) y ejecutar </a:t>
          </a:r>
          <a:r>
            <a:rPr lang="en-US" sz="1800" b="1" i="0"/>
            <a:t>tests A/B</a:t>
          </a:r>
          <a:r>
            <a:rPr lang="en-US" sz="1800" b="0" i="0"/>
            <a:t> con A/C.</a:t>
          </a:r>
          <a:endParaRPr lang="en-US" sz="1800"/>
        </a:p>
      </dgm:t>
    </dgm:pt>
    <dgm:pt modelId="{A7278ACB-4FF8-4D0C-ACCF-BB6CE7FCCF0F}" type="parTrans" cxnId="{F2BDA53F-B738-4DAD-B7D7-1471E05F3741}">
      <dgm:prSet/>
      <dgm:spPr/>
      <dgm:t>
        <a:bodyPr/>
        <a:lstStyle/>
        <a:p>
          <a:endParaRPr lang="en-US" sz="2000"/>
        </a:p>
      </dgm:t>
    </dgm:pt>
    <dgm:pt modelId="{41166707-97A6-4F22-A534-ACAF5CEEA96C}" type="sibTrans" cxnId="{F2BDA53F-B738-4DAD-B7D7-1471E05F3741}">
      <dgm:prSet/>
      <dgm:spPr/>
      <dgm:t>
        <a:bodyPr/>
        <a:lstStyle/>
        <a:p>
          <a:endParaRPr lang="en-US" sz="2000"/>
        </a:p>
      </dgm:t>
    </dgm:pt>
    <dgm:pt modelId="{F9F0697D-FDA2-467C-8AE0-DBDE6E9A2987}">
      <dgm:prSet custT="1"/>
      <dgm:spPr/>
      <dgm:t>
        <a:bodyPr/>
        <a:lstStyle/>
        <a:p>
          <a:r>
            <a:rPr lang="en-US" sz="1800" b="0" i="0"/>
            <a:t>Optimizar costos con </a:t>
          </a:r>
          <a:r>
            <a:rPr lang="en-US" sz="1800" b="1" i="0"/>
            <a:t>Flash‑Lite</a:t>
          </a:r>
          <a:r>
            <a:rPr lang="en-US" sz="1800" b="0" i="0"/>
            <a:t> y prompts eficientes; añadir </a:t>
          </a:r>
          <a:r>
            <a:rPr lang="en-US" sz="1800" b="1" i="0"/>
            <a:t>cache</a:t>
          </a:r>
          <a:r>
            <a:rPr lang="en-US" sz="1800" b="0" i="0"/>
            <a:t> por surveyHash.</a:t>
          </a:r>
          <a:endParaRPr lang="en-US" sz="1800"/>
        </a:p>
      </dgm:t>
    </dgm:pt>
    <dgm:pt modelId="{F5651404-66EC-4B57-826F-9891CA9BD613}" type="parTrans" cxnId="{54C05CC4-9C48-4D15-B114-D6DCCEACA202}">
      <dgm:prSet/>
      <dgm:spPr/>
      <dgm:t>
        <a:bodyPr/>
        <a:lstStyle/>
        <a:p>
          <a:endParaRPr lang="en-US" sz="2000"/>
        </a:p>
      </dgm:t>
    </dgm:pt>
    <dgm:pt modelId="{029BC94F-8832-424C-AB79-F8FCBC2CA6AB}" type="sibTrans" cxnId="{54C05CC4-9C48-4D15-B114-D6DCCEACA202}">
      <dgm:prSet/>
      <dgm:spPr/>
      <dgm:t>
        <a:bodyPr/>
        <a:lstStyle/>
        <a:p>
          <a:endParaRPr lang="en-US" sz="2000"/>
        </a:p>
      </dgm:t>
    </dgm:pt>
    <dgm:pt modelId="{970DC522-F76A-4E4D-AD9F-176B363A31C7}">
      <dgm:prSet custT="1"/>
      <dgm:spPr/>
      <dgm:t>
        <a:bodyPr/>
        <a:lstStyle/>
        <a:p>
          <a:r>
            <a:rPr lang="en-US" sz="1800" b="0" i="0"/>
            <a:t>Integración con </a:t>
          </a:r>
          <a:r>
            <a:rPr lang="en-US" sz="1800" b="1" i="0"/>
            <a:t>wearables</a:t>
          </a:r>
          <a:r>
            <a:rPr lang="en-US" sz="1800" b="0" i="0"/>
            <a:t> y expansión a </a:t>
          </a:r>
          <a:r>
            <a:rPr lang="en-US" sz="1800" b="1" i="0"/>
            <a:t>Smart‑Coach</a:t>
          </a:r>
          <a:r>
            <a:rPr lang="en-US" sz="1800" b="0" i="0"/>
            <a:t> (multi‑deporte).</a:t>
          </a:r>
          <a:endParaRPr lang="en-US" sz="1800"/>
        </a:p>
      </dgm:t>
    </dgm:pt>
    <dgm:pt modelId="{D19EB3A1-653E-465A-853E-A41BF5D12B1C}" type="parTrans" cxnId="{198BD849-FFFD-4170-9D23-F38139DA87EB}">
      <dgm:prSet/>
      <dgm:spPr/>
      <dgm:t>
        <a:bodyPr/>
        <a:lstStyle/>
        <a:p>
          <a:endParaRPr lang="en-US" sz="2000"/>
        </a:p>
      </dgm:t>
    </dgm:pt>
    <dgm:pt modelId="{45C9FEF4-2862-48C2-8F7D-8CBDBB097C93}" type="sibTrans" cxnId="{198BD849-FFFD-4170-9D23-F38139DA87EB}">
      <dgm:prSet/>
      <dgm:spPr/>
      <dgm:t>
        <a:bodyPr/>
        <a:lstStyle/>
        <a:p>
          <a:endParaRPr lang="en-US" sz="2000"/>
        </a:p>
      </dgm:t>
    </dgm:pt>
    <dgm:pt modelId="{D865BD62-F02C-4A35-BA15-67ACA096F2DA}" type="pres">
      <dgm:prSet presAssocID="{ABBF0020-69E4-4872-B500-32249D6AFB05}" presName="linear" presStyleCnt="0">
        <dgm:presLayoutVars>
          <dgm:dir/>
          <dgm:animLvl val="lvl"/>
          <dgm:resizeHandles val="exact"/>
        </dgm:presLayoutVars>
      </dgm:prSet>
      <dgm:spPr/>
    </dgm:pt>
    <dgm:pt modelId="{706E0A70-B98E-4E5D-B357-0CA9EEEA3658}" type="pres">
      <dgm:prSet presAssocID="{C5E0447C-A5E8-4761-85F8-39B6C890D03B}" presName="parentLin" presStyleCnt="0"/>
      <dgm:spPr/>
    </dgm:pt>
    <dgm:pt modelId="{68A474CD-9A54-408F-A13A-EC9389FD6CAD}" type="pres">
      <dgm:prSet presAssocID="{C5E0447C-A5E8-4761-85F8-39B6C890D03B}" presName="parentLeftMargin" presStyleLbl="node1" presStyleIdx="0" presStyleCnt="3"/>
      <dgm:spPr/>
    </dgm:pt>
    <dgm:pt modelId="{3A9B8487-5C05-47E4-86E5-7A3B0EB857D4}" type="pres">
      <dgm:prSet presAssocID="{C5E0447C-A5E8-4761-85F8-39B6C890D0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B075B0D-4E4A-44DA-B0AB-7D3A9B4DDAE1}" type="pres">
      <dgm:prSet presAssocID="{C5E0447C-A5E8-4761-85F8-39B6C890D03B}" presName="negativeSpace" presStyleCnt="0"/>
      <dgm:spPr/>
    </dgm:pt>
    <dgm:pt modelId="{AFE5448F-5407-45AC-AED1-8691497A09F5}" type="pres">
      <dgm:prSet presAssocID="{C5E0447C-A5E8-4761-85F8-39B6C890D03B}" presName="childText" presStyleLbl="conFgAcc1" presStyleIdx="0" presStyleCnt="3">
        <dgm:presLayoutVars>
          <dgm:bulletEnabled val="1"/>
        </dgm:presLayoutVars>
      </dgm:prSet>
      <dgm:spPr/>
    </dgm:pt>
    <dgm:pt modelId="{BBB9D335-37B8-487A-B145-6C75F4EFE9D3}" type="pres">
      <dgm:prSet presAssocID="{6F8865F5-2528-4A1B-B89A-74A33F3C9461}" presName="spaceBetweenRectangles" presStyleCnt="0"/>
      <dgm:spPr/>
    </dgm:pt>
    <dgm:pt modelId="{5B6FD24A-7805-4202-9CEC-C0D55E97E839}" type="pres">
      <dgm:prSet presAssocID="{8B13AFA7-A74A-40DA-82D0-53DDCE10CBAB}" presName="parentLin" presStyleCnt="0"/>
      <dgm:spPr/>
    </dgm:pt>
    <dgm:pt modelId="{9B1457FF-E3C1-4F9A-9187-459B431C449D}" type="pres">
      <dgm:prSet presAssocID="{8B13AFA7-A74A-40DA-82D0-53DDCE10CBAB}" presName="parentLeftMargin" presStyleLbl="node1" presStyleIdx="0" presStyleCnt="3"/>
      <dgm:spPr/>
    </dgm:pt>
    <dgm:pt modelId="{08A5326B-CD14-42AB-8867-821D903476C4}" type="pres">
      <dgm:prSet presAssocID="{8B13AFA7-A74A-40DA-82D0-53DDCE10CB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C1AB08-3E69-492D-B19C-550C965606B3}" type="pres">
      <dgm:prSet presAssocID="{8B13AFA7-A74A-40DA-82D0-53DDCE10CBAB}" presName="negativeSpace" presStyleCnt="0"/>
      <dgm:spPr/>
    </dgm:pt>
    <dgm:pt modelId="{5FAD7C20-E175-4B25-939A-F24E937F2520}" type="pres">
      <dgm:prSet presAssocID="{8B13AFA7-A74A-40DA-82D0-53DDCE10CBAB}" presName="childText" presStyleLbl="conFgAcc1" presStyleIdx="1" presStyleCnt="3">
        <dgm:presLayoutVars>
          <dgm:bulletEnabled val="1"/>
        </dgm:presLayoutVars>
      </dgm:prSet>
      <dgm:spPr/>
    </dgm:pt>
    <dgm:pt modelId="{D5FC6104-EB29-47B5-BE2A-D08730C30E03}" type="pres">
      <dgm:prSet presAssocID="{E0D04283-5547-4CC1-9C28-8BCCA1D933E0}" presName="spaceBetweenRectangles" presStyleCnt="0"/>
      <dgm:spPr/>
    </dgm:pt>
    <dgm:pt modelId="{194DFD8D-F974-4319-9C21-4ACEB07FC45C}" type="pres">
      <dgm:prSet presAssocID="{6BBEA0F5-4643-499E-A8EC-CB7AE29816AF}" presName="parentLin" presStyleCnt="0"/>
      <dgm:spPr/>
    </dgm:pt>
    <dgm:pt modelId="{FC683B8C-84FB-49F2-A78D-D1E61EAA60D7}" type="pres">
      <dgm:prSet presAssocID="{6BBEA0F5-4643-499E-A8EC-CB7AE29816AF}" presName="parentLeftMargin" presStyleLbl="node1" presStyleIdx="1" presStyleCnt="3"/>
      <dgm:spPr/>
    </dgm:pt>
    <dgm:pt modelId="{5784442A-65E5-41D5-A3F4-542CB2C841F5}" type="pres">
      <dgm:prSet presAssocID="{6BBEA0F5-4643-499E-A8EC-CB7AE29816A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EF1B2B3-D83D-4239-8B02-5F3FCF7B7CDC}" type="pres">
      <dgm:prSet presAssocID="{6BBEA0F5-4643-499E-A8EC-CB7AE29816AF}" presName="negativeSpace" presStyleCnt="0"/>
      <dgm:spPr/>
    </dgm:pt>
    <dgm:pt modelId="{D51B3F91-18EA-4FDD-8068-C4BF0E79C62C}" type="pres">
      <dgm:prSet presAssocID="{6BBEA0F5-4643-499E-A8EC-CB7AE29816A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42C3B03-5522-451E-A869-FD44B7F09A91}" type="presOf" srcId="{A5D587AC-5F23-477A-BE55-9C0EFCF24DFE}" destId="{5FAD7C20-E175-4B25-939A-F24E937F2520}" srcOrd="0" destOrd="2" presId="urn:microsoft.com/office/officeart/2005/8/layout/list1"/>
    <dgm:cxn modelId="{8F101A09-7092-4C6A-82F4-8921D985BEA3}" type="presOf" srcId="{C96224D6-F4D4-429F-A3D8-639085F0B579}" destId="{AFE5448F-5407-45AC-AED1-8691497A09F5}" srcOrd="0" destOrd="2" presId="urn:microsoft.com/office/officeart/2005/8/layout/list1"/>
    <dgm:cxn modelId="{EA997C0B-C4E2-4C8E-AE62-FE5F0C7EFF18}" type="presOf" srcId="{ABBF0020-69E4-4872-B500-32249D6AFB05}" destId="{D865BD62-F02C-4A35-BA15-67ACA096F2DA}" srcOrd="0" destOrd="0" presId="urn:microsoft.com/office/officeart/2005/8/layout/list1"/>
    <dgm:cxn modelId="{5261BA0B-BA77-48C3-A543-8B749BD7E210}" srcId="{C5E0447C-A5E8-4761-85F8-39B6C890D03B}" destId="{A086CB2B-A2DF-4FF4-9175-716898A6448A}" srcOrd="0" destOrd="0" parTransId="{77D97C31-2001-4A6F-88E7-5988C12C44B6}" sibTransId="{634F2EBB-E335-4915-ADAD-952E9B98367E}"/>
    <dgm:cxn modelId="{7345C524-D9AD-42EC-A317-1BF7F5B71740}" type="presOf" srcId="{D71BE70E-6D8B-4D68-B6D2-059DCEC363D6}" destId="{AFE5448F-5407-45AC-AED1-8691497A09F5}" srcOrd="0" destOrd="1" presId="urn:microsoft.com/office/officeart/2005/8/layout/list1"/>
    <dgm:cxn modelId="{DEF6F629-9040-4341-9F64-4CA1EECC38D6}" type="presOf" srcId="{8B13AFA7-A74A-40DA-82D0-53DDCE10CBAB}" destId="{08A5326B-CD14-42AB-8867-821D903476C4}" srcOrd="1" destOrd="0" presId="urn:microsoft.com/office/officeart/2005/8/layout/list1"/>
    <dgm:cxn modelId="{F2BDA53F-B738-4DAD-B7D7-1471E05F3741}" srcId="{6BBEA0F5-4643-499E-A8EC-CB7AE29816AF}" destId="{E1B628FE-ECE1-4DFF-9788-37C67EDA4619}" srcOrd="0" destOrd="0" parTransId="{A7278ACB-4FF8-4D0C-ACCF-BB6CE7FCCF0F}" sibTransId="{41166707-97A6-4F22-A534-ACAF5CEEA96C}"/>
    <dgm:cxn modelId="{5D5FFC62-AD4F-43D4-A680-DF60BAC92679}" srcId="{C5E0447C-A5E8-4761-85F8-39B6C890D03B}" destId="{C96224D6-F4D4-429F-A3D8-639085F0B579}" srcOrd="2" destOrd="0" parTransId="{E90DDDF8-0AFB-42B1-B962-3B5283F063BA}" sibTransId="{373E8F31-3AD9-42E0-A2ED-FD80D66C76BF}"/>
    <dgm:cxn modelId="{C4B57769-6DFC-4E90-841B-F6B0C2254303}" type="presOf" srcId="{8B13AFA7-A74A-40DA-82D0-53DDCE10CBAB}" destId="{9B1457FF-E3C1-4F9A-9187-459B431C449D}" srcOrd="0" destOrd="0" presId="urn:microsoft.com/office/officeart/2005/8/layout/list1"/>
    <dgm:cxn modelId="{198BD849-FFFD-4170-9D23-F38139DA87EB}" srcId="{6BBEA0F5-4643-499E-A8EC-CB7AE29816AF}" destId="{970DC522-F76A-4E4D-AD9F-176B363A31C7}" srcOrd="2" destOrd="0" parTransId="{D19EB3A1-653E-465A-853E-A41BF5D12B1C}" sibTransId="{45C9FEF4-2862-48C2-8F7D-8CBDBB097C93}"/>
    <dgm:cxn modelId="{91643A4C-E5AD-4D53-A6C3-49E40F685E57}" srcId="{ABBF0020-69E4-4872-B500-32249D6AFB05}" destId="{8B13AFA7-A74A-40DA-82D0-53DDCE10CBAB}" srcOrd="1" destOrd="0" parTransId="{581EDFB3-DAE8-4E40-8923-3897B6041819}" sibTransId="{E0D04283-5547-4CC1-9C28-8BCCA1D933E0}"/>
    <dgm:cxn modelId="{D75E6A6E-2976-4A70-B414-AAF3F8BC3A6D}" srcId="{ABBF0020-69E4-4872-B500-32249D6AFB05}" destId="{6BBEA0F5-4643-499E-A8EC-CB7AE29816AF}" srcOrd="2" destOrd="0" parTransId="{169DC690-757B-4AE4-A19C-549AE2050D97}" sibTransId="{D6010063-3899-4141-AE5B-A9029D5BA25E}"/>
    <dgm:cxn modelId="{D7927270-E922-44BF-8B7C-2096F6509415}" type="presOf" srcId="{6BBEA0F5-4643-499E-A8EC-CB7AE29816AF}" destId="{FC683B8C-84FB-49F2-A78D-D1E61EAA60D7}" srcOrd="0" destOrd="0" presId="urn:microsoft.com/office/officeart/2005/8/layout/list1"/>
    <dgm:cxn modelId="{5EE2DA70-0D99-4EC9-B846-E7B24B949DDE}" type="presOf" srcId="{C5E0447C-A5E8-4761-85F8-39B6C890D03B}" destId="{3A9B8487-5C05-47E4-86E5-7A3B0EB857D4}" srcOrd="1" destOrd="0" presId="urn:microsoft.com/office/officeart/2005/8/layout/list1"/>
    <dgm:cxn modelId="{D73B0B51-03CE-45F3-AA50-8E8402D51455}" type="presOf" srcId="{970DC522-F76A-4E4D-AD9F-176B363A31C7}" destId="{D51B3F91-18EA-4FDD-8068-C4BF0E79C62C}" srcOrd="0" destOrd="2" presId="urn:microsoft.com/office/officeart/2005/8/layout/list1"/>
    <dgm:cxn modelId="{56B1D872-10DA-4C2C-91C5-DD093D5D51FB}" type="presOf" srcId="{F9F0697D-FDA2-467C-8AE0-DBDE6E9A2987}" destId="{D51B3F91-18EA-4FDD-8068-C4BF0E79C62C}" srcOrd="0" destOrd="1" presId="urn:microsoft.com/office/officeart/2005/8/layout/list1"/>
    <dgm:cxn modelId="{FE06C653-E8CF-4A93-A50D-87FAF0442041}" srcId="{ABBF0020-69E4-4872-B500-32249D6AFB05}" destId="{C5E0447C-A5E8-4761-85F8-39B6C890D03B}" srcOrd="0" destOrd="0" parTransId="{BEBC284B-18E3-40DB-90D0-639B5334E227}" sibTransId="{6F8865F5-2528-4A1B-B89A-74A33F3C9461}"/>
    <dgm:cxn modelId="{EDF38758-95E6-4741-A41D-9369A06876DA}" type="presOf" srcId="{C5E0447C-A5E8-4761-85F8-39B6C890D03B}" destId="{68A474CD-9A54-408F-A13A-EC9389FD6CAD}" srcOrd="0" destOrd="0" presId="urn:microsoft.com/office/officeart/2005/8/layout/list1"/>
    <dgm:cxn modelId="{0E79137A-60FD-4FA4-A4D5-EA243B16989B}" type="presOf" srcId="{E1B628FE-ECE1-4DFF-9788-37C67EDA4619}" destId="{D51B3F91-18EA-4FDD-8068-C4BF0E79C62C}" srcOrd="0" destOrd="0" presId="urn:microsoft.com/office/officeart/2005/8/layout/list1"/>
    <dgm:cxn modelId="{97CE9DB4-A166-4C57-80D8-4B9952EA6021}" srcId="{8B13AFA7-A74A-40DA-82D0-53DDCE10CBAB}" destId="{A5D587AC-5F23-477A-BE55-9C0EFCF24DFE}" srcOrd="2" destOrd="0" parTransId="{7E426C2A-5288-4BF9-8A1D-A50DBCA383B5}" sibTransId="{74627A7E-2A50-488D-AFE1-F49E9DF6F43A}"/>
    <dgm:cxn modelId="{54C05CC4-9C48-4D15-B114-D6DCCEACA202}" srcId="{6BBEA0F5-4643-499E-A8EC-CB7AE29816AF}" destId="{F9F0697D-FDA2-467C-8AE0-DBDE6E9A2987}" srcOrd="1" destOrd="0" parTransId="{F5651404-66EC-4B57-826F-9891CA9BD613}" sibTransId="{029BC94F-8832-424C-AB79-F8FCBC2CA6AB}"/>
    <dgm:cxn modelId="{372EE7CD-A6F6-40C8-A628-17E060B76779}" type="presOf" srcId="{A086CB2B-A2DF-4FF4-9175-716898A6448A}" destId="{AFE5448F-5407-45AC-AED1-8691497A09F5}" srcOrd="0" destOrd="0" presId="urn:microsoft.com/office/officeart/2005/8/layout/list1"/>
    <dgm:cxn modelId="{4BE858D4-EB1B-49A7-BBDA-CE85B80C00F7}" srcId="{8B13AFA7-A74A-40DA-82D0-53DDCE10CBAB}" destId="{F1CFADEF-CB33-448B-A08C-0E25CF463984}" srcOrd="1" destOrd="0" parTransId="{73130073-276D-4BB9-A2FC-B1528E460115}" sibTransId="{80C89931-DBA0-4A41-9EE0-746542FF5348}"/>
    <dgm:cxn modelId="{C99FA2D8-E7BC-4D94-94E9-200554E0DAB7}" type="presOf" srcId="{6BBEA0F5-4643-499E-A8EC-CB7AE29816AF}" destId="{5784442A-65E5-41D5-A3F4-542CB2C841F5}" srcOrd="1" destOrd="0" presId="urn:microsoft.com/office/officeart/2005/8/layout/list1"/>
    <dgm:cxn modelId="{721BC2E0-A135-447B-A66A-59F4F5B4C8DC}" srcId="{C5E0447C-A5E8-4761-85F8-39B6C890D03B}" destId="{D71BE70E-6D8B-4D68-B6D2-059DCEC363D6}" srcOrd="1" destOrd="0" parTransId="{59773120-71A0-41BB-8834-8DD676AB4B80}" sibTransId="{47018C02-1DEC-4783-A68E-48C1C2E5718F}"/>
    <dgm:cxn modelId="{3BA8BEE7-5D53-4534-B8D5-49A1FBA2DC18}" type="presOf" srcId="{F1CFADEF-CB33-448B-A08C-0E25CF463984}" destId="{5FAD7C20-E175-4B25-939A-F24E937F2520}" srcOrd="0" destOrd="1" presId="urn:microsoft.com/office/officeart/2005/8/layout/list1"/>
    <dgm:cxn modelId="{2C91D4EF-8070-4F04-B2BB-EB9A7D3EA034}" type="presOf" srcId="{AF587393-5BB4-4A9F-8130-9F81B5F7ADF9}" destId="{5FAD7C20-E175-4B25-939A-F24E937F2520}" srcOrd="0" destOrd="0" presId="urn:microsoft.com/office/officeart/2005/8/layout/list1"/>
    <dgm:cxn modelId="{326EBFFB-84E8-4CEE-8554-37B56D2C5572}" srcId="{8B13AFA7-A74A-40DA-82D0-53DDCE10CBAB}" destId="{AF587393-5BB4-4A9F-8130-9F81B5F7ADF9}" srcOrd="0" destOrd="0" parTransId="{197D1020-28B2-4B3B-8410-BA5EF10C39CF}" sibTransId="{364D92C0-421E-468E-AACE-7164D2190AF1}"/>
    <dgm:cxn modelId="{5870D877-8527-4F46-924C-A525023CF770}" type="presParOf" srcId="{D865BD62-F02C-4A35-BA15-67ACA096F2DA}" destId="{706E0A70-B98E-4E5D-B357-0CA9EEEA3658}" srcOrd="0" destOrd="0" presId="urn:microsoft.com/office/officeart/2005/8/layout/list1"/>
    <dgm:cxn modelId="{A0A9F7A9-5FA1-4A49-AC9C-E38A93D5E5EA}" type="presParOf" srcId="{706E0A70-B98E-4E5D-B357-0CA9EEEA3658}" destId="{68A474CD-9A54-408F-A13A-EC9389FD6CAD}" srcOrd="0" destOrd="0" presId="urn:microsoft.com/office/officeart/2005/8/layout/list1"/>
    <dgm:cxn modelId="{336ED32F-19C7-475B-930D-4CFD4E049DCF}" type="presParOf" srcId="{706E0A70-B98E-4E5D-B357-0CA9EEEA3658}" destId="{3A9B8487-5C05-47E4-86E5-7A3B0EB857D4}" srcOrd="1" destOrd="0" presId="urn:microsoft.com/office/officeart/2005/8/layout/list1"/>
    <dgm:cxn modelId="{06831AAC-3B00-409C-903B-52C2B0FAD439}" type="presParOf" srcId="{D865BD62-F02C-4A35-BA15-67ACA096F2DA}" destId="{7B075B0D-4E4A-44DA-B0AB-7D3A9B4DDAE1}" srcOrd="1" destOrd="0" presId="urn:microsoft.com/office/officeart/2005/8/layout/list1"/>
    <dgm:cxn modelId="{3AD8C6D7-CEB5-488B-B217-970DC19CF914}" type="presParOf" srcId="{D865BD62-F02C-4A35-BA15-67ACA096F2DA}" destId="{AFE5448F-5407-45AC-AED1-8691497A09F5}" srcOrd="2" destOrd="0" presId="urn:microsoft.com/office/officeart/2005/8/layout/list1"/>
    <dgm:cxn modelId="{3A6E2856-C7F1-4760-83BF-2A0A6E5F97F7}" type="presParOf" srcId="{D865BD62-F02C-4A35-BA15-67ACA096F2DA}" destId="{BBB9D335-37B8-487A-B145-6C75F4EFE9D3}" srcOrd="3" destOrd="0" presId="urn:microsoft.com/office/officeart/2005/8/layout/list1"/>
    <dgm:cxn modelId="{E1EA71DF-F346-4809-A34A-778FC7D1E83B}" type="presParOf" srcId="{D865BD62-F02C-4A35-BA15-67ACA096F2DA}" destId="{5B6FD24A-7805-4202-9CEC-C0D55E97E839}" srcOrd="4" destOrd="0" presId="urn:microsoft.com/office/officeart/2005/8/layout/list1"/>
    <dgm:cxn modelId="{712BC739-7A38-45A4-9BCD-E2BB77080791}" type="presParOf" srcId="{5B6FD24A-7805-4202-9CEC-C0D55E97E839}" destId="{9B1457FF-E3C1-4F9A-9187-459B431C449D}" srcOrd="0" destOrd="0" presId="urn:microsoft.com/office/officeart/2005/8/layout/list1"/>
    <dgm:cxn modelId="{DB2AC3E8-6116-460B-9600-63183A9B6DB2}" type="presParOf" srcId="{5B6FD24A-7805-4202-9CEC-C0D55E97E839}" destId="{08A5326B-CD14-42AB-8867-821D903476C4}" srcOrd="1" destOrd="0" presId="urn:microsoft.com/office/officeart/2005/8/layout/list1"/>
    <dgm:cxn modelId="{3B02FAB2-316B-4513-A278-590B9A57EF40}" type="presParOf" srcId="{D865BD62-F02C-4A35-BA15-67ACA096F2DA}" destId="{CEC1AB08-3E69-492D-B19C-550C965606B3}" srcOrd="5" destOrd="0" presId="urn:microsoft.com/office/officeart/2005/8/layout/list1"/>
    <dgm:cxn modelId="{332F5679-4600-49D4-98E5-4471F742DB34}" type="presParOf" srcId="{D865BD62-F02C-4A35-BA15-67ACA096F2DA}" destId="{5FAD7C20-E175-4B25-939A-F24E937F2520}" srcOrd="6" destOrd="0" presId="urn:microsoft.com/office/officeart/2005/8/layout/list1"/>
    <dgm:cxn modelId="{85510732-0130-4CB1-A9C8-82A058443397}" type="presParOf" srcId="{D865BD62-F02C-4A35-BA15-67ACA096F2DA}" destId="{D5FC6104-EB29-47B5-BE2A-D08730C30E03}" srcOrd="7" destOrd="0" presId="urn:microsoft.com/office/officeart/2005/8/layout/list1"/>
    <dgm:cxn modelId="{29FD8E83-C604-41A7-AD81-0632651712E8}" type="presParOf" srcId="{D865BD62-F02C-4A35-BA15-67ACA096F2DA}" destId="{194DFD8D-F974-4319-9C21-4ACEB07FC45C}" srcOrd="8" destOrd="0" presId="urn:microsoft.com/office/officeart/2005/8/layout/list1"/>
    <dgm:cxn modelId="{D9F72746-A464-47CF-846C-2B9C855A7528}" type="presParOf" srcId="{194DFD8D-F974-4319-9C21-4ACEB07FC45C}" destId="{FC683B8C-84FB-49F2-A78D-D1E61EAA60D7}" srcOrd="0" destOrd="0" presId="urn:microsoft.com/office/officeart/2005/8/layout/list1"/>
    <dgm:cxn modelId="{2ABE2CF6-E71F-49E8-8D6A-D502C045D48C}" type="presParOf" srcId="{194DFD8D-F974-4319-9C21-4ACEB07FC45C}" destId="{5784442A-65E5-41D5-A3F4-542CB2C841F5}" srcOrd="1" destOrd="0" presId="urn:microsoft.com/office/officeart/2005/8/layout/list1"/>
    <dgm:cxn modelId="{7B9F695B-E702-4EA4-99B3-54EAE7F65288}" type="presParOf" srcId="{D865BD62-F02C-4A35-BA15-67ACA096F2DA}" destId="{8EF1B2B3-D83D-4239-8B02-5F3FCF7B7CDC}" srcOrd="9" destOrd="0" presId="urn:microsoft.com/office/officeart/2005/8/layout/list1"/>
    <dgm:cxn modelId="{FCD76D4D-9DF4-4911-970C-2971002C85C2}" type="presParOf" srcId="{D865BD62-F02C-4A35-BA15-67ACA096F2DA}" destId="{D51B3F91-18EA-4FDD-8068-C4BF0E79C62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1C9E5-9F7B-4FC2-ABF2-48E847AAF341}">
      <dsp:nvSpPr>
        <dsp:cNvPr id="0" name=""/>
        <dsp:cNvSpPr/>
      </dsp:nvSpPr>
      <dsp:spPr>
        <a:xfrm>
          <a:off x="0" y="707288"/>
          <a:ext cx="101314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4DBE82-4DAF-4089-989B-FB5C35F34857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4A0F1-D60A-41C1-9F10-AABB27D2BB59}">
      <dsp:nvSpPr>
        <dsp:cNvPr id="0" name=""/>
        <dsp:cNvSpPr/>
      </dsp:nvSpPr>
      <dsp:spPr>
        <a:xfrm>
          <a:off x="1508156" y="707288"/>
          <a:ext cx="86232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¿</a:t>
          </a:r>
          <a:r>
            <a:rPr lang="en-US" sz="1900" b="1" kern="1200" dirty="0" err="1"/>
            <a:t>Qué</a:t>
          </a:r>
          <a:r>
            <a:rPr lang="en-US" sz="1900" b="1" kern="1200" dirty="0"/>
            <a:t> es </a:t>
          </a:r>
          <a:r>
            <a:rPr lang="en-US" sz="1900" b="1" kern="1200" dirty="0" err="1"/>
            <a:t>SmartSwim</a:t>
          </a:r>
          <a:r>
            <a:rPr lang="en-US" sz="1900" b="1" kern="1200" dirty="0"/>
            <a:t>?</a:t>
          </a:r>
          <a:br>
            <a:rPr lang="en-US" sz="1900" kern="1200" dirty="0"/>
          </a:br>
          <a:r>
            <a:rPr lang="en-US" sz="1900" kern="1200" dirty="0" err="1"/>
            <a:t>Aplicación</a:t>
          </a:r>
          <a:r>
            <a:rPr lang="en-US" sz="1900" kern="1200" dirty="0"/>
            <a:t> </a:t>
          </a:r>
          <a:r>
            <a:rPr lang="en-US" sz="1900" kern="1200" dirty="0" err="1"/>
            <a:t>móvil</a:t>
          </a:r>
          <a:r>
            <a:rPr lang="en-US" sz="1900" kern="1200" dirty="0"/>
            <a:t> (Expo React Native) </a:t>
          </a:r>
          <a:r>
            <a:rPr lang="en-US" sz="1900" kern="1200" dirty="0" err="1"/>
            <a:t>que</a:t>
          </a:r>
          <a:r>
            <a:rPr lang="en-US" sz="1900" kern="1200" dirty="0"/>
            <a:t> genera </a:t>
          </a:r>
          <a:r>
            <a:rPr lang="en-US" sz="1900" b="1" kern="1200" dirty="0"/>
            <a:t>planes de </a:t>
          </a:r>
          <a:r>
            <a:rPr lang="en-US" sz="1900" b="1" kern="1200" dirty="0" err="1"/>
            <a:t>entrenamiento</a:t>
          </a:r>
          <a:r>
            <a:rPr lang="en-US" sz="1900" b="1" kern="1200" dirty="0"/>
            <a:t> de </a:t>
          </a:r>
          <a:r>
            <a:rPr lang="en-US" sz="1900" b="1" kern="1200" dirty="0" err="1"/>
            <a:t>natación</a:t>
          </a:r>
          <a:r>
            <a:rPr lang="en-US" sz="1900" b="1" kern="1200" dirty="0"/>
            <a:t> </a:t>
          </a:r>
          <a:r>
            <a:rPr lang="en-US" sz="1900" b="1" kern="1200" dirty="0" err="1"/>
            <a:t>personalizados</a:t>
          </a:r>
          <a:r>
            <a:rPr lang="en-US" sz="1900" kern="1200" dirty="0"/>
            <a:t> con IA y </a:t>
          </a:r>
          <a:r>
            <a:rPr lang="en-US" sz="1900" kern="1200" dirty="0" err="1"/>
            <a:t>permite</a:t>
          </a:r>
          <a:r>
            <a:rPr lang="en-US" sz="1900" kern="1200" dirty="0"/>
            <a:t> </a:t>
          </a:r>
          <a:r>
            <a:rPr lang="en-US" sz="1900" b="1" kern="1200" dirty="0" err="1"/>
            <a:t>seguimiento</a:t>
          </a:r>
          <a:r>
            <a:rPr lang="en-US" sz="1900" b="1" kern="1200" dirty="0"/>
            <a:t> del </a:t>
          </a:r>
          <a:r>
            <a:rPr lang="en-US" sz="1900" b="1" kern="1200" dirty="0" err="1"/>
            <a:t>progreso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 err="1"/>
            <a:t>tiempo</a:t>
          </a:r>
          <a:r>
            <a:rPr lang="en-US" sz="1900" kern="1200" dirty="0"/>
            <a:t> real.</a:t>
          </a:r>
        </a:p>
      </dsp:txBody>
      <dsp:txXfrm>
        <a:off x="1508156" y="707288"/>
        <a:ext cx="8623268" cy="1305763"/>
      </dsp:txXfrm>
    </dsp:sp>
    <dsp:sp modelId="{B092449C-6745-4312-B214-840E5DCC8FDA}">
      <dsp:nvSpPr>
        <dsp:cNvPr id="0" name=""/>
        <dsp:cNvSpPr/>
      </dsp:nvSpPr>
      <dsp:spPr>
        <a:xfrm>
          <a:off x="0" y="2339492"/>
          <a:ext cx="101314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AB0E0-0E4E-4234-8E92-496BE03B77C6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5074B-62CE-4289-A257-9D3FEBB0B084}">
      <dsp:nvSpPr>
        <dsp:cNvPr id="0" name=""/>
        <dsp:cNvSpPr/>
      </dsp:nvSpPr>
      <dsp:spPr>
        <a:xfrm>
          <a:off x="1508156" y="2339492"/>
          <a:ext cx="86232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Misión / </a:t>
          </a:r>
          <a:r>
            <a:rPr lang="en-US" sz="1900" b="1" kern="1200" dirty="0" err="1"/>
            <a:t>Propósito</a:t>
          </a:r>
          <a:br>
            <a:rPr lang="en-US" sz="1900" kern="1200" dirty="0"/>
          </a:br>
          <a:r>
            <a:rPr lang="en-US" sz="1900" kern="1200" dirty="0" err="1"/>
            <a:t>Democratizar</a:t>
          </a:r>
          <a:r>
            <a:rPr lang="en-US" sz="1900" kern="1200" dirty="0"/>
            <a:t> </a:t>
          </a:r>
          <a:r>
            <a:rPr lang="en-US" sz="1900" kern="1200" dirty="0" err="1"/>
            <a:t>el</a:t>
          </a:r>
          <a:r>
            <a:rPr lang="en-US" sz="1900" kern="1200" dirty="0"/>
            <a:t> </a:t>
          </a:r>
          <a:r>
            <a:rPr lang="en-US" sz="1900" kern="1200" dirty="0" err="1"/>
            <a:t>acceso</a:t>
          </a:r>
          <a:r>
            <a:rPr lang="en-US" sz="1900" kern="1200" dirty="0"/>
            <a:t> a </a:t>
          </a:r>
          <a:r>
            <a:rPr lang="en-US" sz="1900" kern="1200" dirty="0" err="1"/>
            <a:t>entrenamiento</a:t>
          </a:r>
          <a:r>
            <a:rPr lang="en-US" sz="1900" kern="1200" dirty="0"/>
            <a:t> </a:t>
          </a:r>
          <a:r>
            <a:rPr lang="en-US" sz="1900" kern="1200" dirty="0" err="1"/>
            <a:t>especializado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Chile e </a:t>
          </a:r>
          <a:r>
            <a:rPr lang="en-US" sz="1900" kern="1200" dirty="0" err="1"/>
            <a:t>Hispanoamérica</a:t>
          </a:r>
          <a:r>
            <a:rPr lang="en-US" sz="1900" kern="1200" dirty="0"/>
            <a:t>, </a:t>
          </a:r>
          <a:r>
            <a:rPr lang="en-US" sz="1900" kern="1200" dirty="0" err="1"/>
            <a:t>priorizando</a:t>
          </a:r>
          <a:r>
            <a:rPr lang="en-US" sz="1900" kern="1200" dirty="0"/>
            <a:t> </a:t>
          </a:r>
          <a:r>
            <a:rPr lang="en-US" sz="1900" b="1" kern="1200" dirty="0" err="1"/>
            <a:t>seguridad</a:t>
          </a:r>
          <a:r>
            <a:rPr lang="en-US" sz="1900" kern="1200" dirty="0"/>
            <a:t>, </a:t>
          </a:r>
          <a:r>
            <a:rPr lang="en-US" sz="1900" b="1" kern="1200" dirty="0" err="1"/>
            <a:t>claridad</a:t>
          </a:r>
          <a:r>
            <a:rPr lang="en-US" sz="1900" kern="1200" dirty="0"/>
            <a:t> y </a:t>
          </a:r>
          <a:r>
            <a:rPr lang="en-US" sz="1900" b="1" kern="1200" dirty="0" err="1"/>
            <a:t>continuidad</a:t>
          </a:r>
          <a:r>
            <a:rPr lang="en-US" sz="1900" kern="1200" dirty="0"/>
            <a:t> del plan.</a:t>
          </a:r>
        </a:p>
      </dsp:txBody>
      <dsp:txXfrm>
        <a:off x="1508156" y="2339492"/>
        <a:ext cx="86232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16040-432D-4D06-84FE-F39AD390513E}">
      <dsp:nvSpPr>
        <dsp:cNvPr id="0" name=""/>
        <dsp:cNvSpPr/>
      </dsp:nvSpPr>
      <dsp:spPr>
        <a:xfrm>
          <a:off x="0" y="0"/>
          <a:ext cx="8611711" cy="13057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chemeClr val="tx1"/>
              </a:solidFill>
            </a:rPr>
            <a:t>- </a:t>
          </a:r>
          <a:r>
            <a:rPr lang="en-US" sz="1800" b="1" i="0" kern="1200" dirty="0">
              <a:solidFill>
                <a:schemeClr val="tx1"/>
              </a:solidFill>
            </a:rPr>
            <a:t>Frontend:</a:t>
          </a:r>
          <a:r>
            <a:rPr lang="en-US" sz="1800" b="0" i="0" kern="1200" dirty="0">
              <a:solidFill>
                <a:schemeClr val="tx1"/>
              </a:solidFill>
            </a:rPr>
            <a:t> Expo React Native (RN 0.81.5 / React 19.1).</a:t>
          </a:r>
          <a:br>
            <a:rPr lang="en-US" sz="1800" b="0" i="0" kern="1200" dirty="0">
              <a:solidFill>
                <a:schemeClr val="tx1"/>
              </a:solidFill>
            </a:rPr>
          </a:br>
          <a:r>
            <a:rPr lang="en-US" sz="1800" b="0" i="0" kern="1200" dirty="0">
              <a:solidFill>
                <a:schemeClr val="tx1"/>
              </a:solidFill>
            </a:rPr>
            <a:t>- </a:t>
          </a:r>
          <a:r>
            <a:rPr lang="en-US" sz="1800" b="1" i="0" kern="1200" dirty="0">
              <a:solidFill>
                <a:schemeClr val="tx1"/>
              </a:solidFill>
            </a:rPr>
            <a:t>Backend y Datos:</a:t>
          </a:r>
          <a:r>
            <a:rPr lang="en-US" sz="1800" b="0" i="0" kern="1200" dirty="0">
              <a:solidFill>
                <a:schemeClr val="tx1"/>
              </a:solidFill>
            </a:rPr>
            <a:t> </a:t>
          </a:r>
          <a:r>
            <a:rPr lang="en-US" sz="1800" b="1" i="0" kern="1200" dirty="0" err="1">
              <a:solidFill>
                <a:schemeClr val="tx1"/>
              </a:solidFill>
            </a:rPr>
            <a:t>Supabase</a:t>
          </a:r>
          <a:r>
            <a:rPr lang="en-US" sz="1800" b="0" i="0" kern="1200" dirty="0">
              <a:solidFill>
                <a:schemeClr val="tx1"/>
              </a:solidFill>
            </a:rPr>
            <a:t> (PostgreSQL, RLS, triggers, RPC).</a:t>
          </a:r>
        </a:p>
      </dsp:txBody>
      <dsp:txXfrm>
        <a:off x="38244" y="38244"/>
        <a:ext cx="7202691" cy="1229275"/>
      </dsp:txXfrm>
    </dsp:sp>
    <dsp:sp modelId="{13DE23D0-9E4A-48B6-9F01-950EA270AEF1}">
      <dsp:nvSpPr>
        <dsp:cNvPr id="0" name=""/>
        <dsp:cNvSpPr/>
      </dsp:nvSpPr>
      <dsp:spPr>
        <a:xfrm>
          <a:off x="759856" y="1523390"/>
          <a:ext cx="8611711" cy="13057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chemeClr val="tx1"/>
              </a:solidFill>
            </a:rPr>
            <a:t>-  </a:t>
          </a:r>
          <a:r>
            <a:rPr lang="en-US" sz="1800" b="1" i="0" kern="1200" dirty="0" err="1">
              <a:solidFill>
                <a:schemeClr val="tx1"/>
              </a:solidFill>
            </a:rPr>
            <a:t>Lógica</a:t>
          </a:r>
          <a:r>
            <a:rPr lang="en-US" sz="1800" b="1" i="0" kern="1200" dirty="0">
              <a:solidFill>
                <a:schemeClr val="tx1"/>
              </a:solidFill>
            </a:rPr>
            <a:t> de </a:t>
          </a:r>
          <a:r>
            <a:rPr lang="en-US" sz="1800" b="1" i="0" kern="1200" dirty="0" err="1">
              <a:solidFill>
                <a:schemeClr val="tx1"/>
              </a:solidFill>
            </a:rPr>
            <a:t>negocio</a:t>
          </a:r>
          <a:r>
            <a:rPr lang="en-US" sz="1800" b="1" i="0" kern="1200" dirty="0">
              <a:solidFill>
                <a:schemeClr val="tx1"/>
              </a:solidFill>
            </a:rPr>
            <a:t>:</a:t>
          </a:r>
          <a:r>
            <a:rPr lang="en-US" sz="1800" b="0" i="0" kern="1200" dirty="0">
              <a:solidFill>
                <a:schemeClr val="tx1"/>
              </a:solidFill>
            </a:rPr>
            <a:t> </a:t>
          </a:r>
          <a:r>
            <a:rPr lang="en-US" sz="1800" b="1" i="0" kern="1200" dirty="0">
              <a:solidFill>
                <a:schemeClr val="tx1"/>
              </a:solidFill>
            </a:rPr>
            <a:t>Edge Functions</a:t>
          </a:r>
          <a:r>
            <a:rPr lang="en-US" sz="1800" b="0" i="0" kern="1200" dirty="0">
              <a:solidFill>
                <a:schemeClr val="tx1"/>
              </a:solidFill>
            </a:rPr>
            <a:t> (Deno) para </a:t>
          </a:r>
          <a:r>
            <a:rPr lang="en-US" sz="1800" b="0" i="0" kern="1200" dirty="0" err="1">
              <a:solidFill>
                <a:schemeClr val="tx1"/>
              </a:solidFill>
            </a:rPr>
            <a:t>generar</a:t>
          </a:r>
          <a:r>
            <a:rPr lang="en-US" sz="1800" b="0" i="0" kern="1200" dirty="0">
              <a:solidFill>
                <a:schemeClr val="tx1"/>
              </a:solidFill>
            </a:rPr>
            <a:t>/</a:t>
          </a:r>
          <a:r>
            <a:rPr lang="en-US" sz="1800" b="0" i="0" kern="1200" dirty="0" err="1">
              <a:solidFill>
                <a:schemeClr val="tx1"/>
              </a:solidFill>
            </a:rPr>
            <a:t>guardar</a:t>
          </a:r>
          <a:r>
            <a:rPr lang="en-US" sz="1800" b="0" i="0" kern="1200" dirty="0">
              <a:solidFill>
                <a:schemeClr val="tx1"/>
              </a:solidFill>
            </a:rPr>
            <a:t> planes y registrar </a:t>
          </a:r>
          <a:r>
            <a:rPr lang="en-US" sz="1800" b="0" i="0" kern="1200" dirty="0" err="1">
              <a:solidFill>
                <a:schemeClr val="tx1"/>
              </a:solidFill>
            </a:rPr>
            <a:t>progreso</a:t>
          </a:r>
          <a:r>
            <a:rPr lang="en-US" sz="1800" b="0" i="0" kern="1200" dirty="0">
              <a:solidFill>
                <a:schemeClr val="tx1"/>
              </a:solidFill>
            </a:rPr>
            <a:t>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chemeClr val="tx1"/>
              </a:solidFill>
            </a:rPr>
            <a:t>- </a:t>
          </a:r>
          <a:r>
            <a:rPr lang="en-US" sz="1800" b="1" i="0" kern="1200" dirty="0">
              <a:solidFill>
                <a:schemeClr val="tx1"/>
              </a:solidFill>
            </a:rPr>
            <a:t>IA:</a:t>
          </a:r>
          <a:r>
            <a:rPr lang="en-US" sz="1800" b="0" i="0" kern="1200" dirty="0">
              <a:solidFill>
                <a:schemeClr val="tx1"/>
              </a:solidFill>
            </a:rPr>
            <a:t> </a:t>
          </a:r>
          <a:r>
            <a:rPr lang="en-US" sz="1800" b="1" i="0" kern="1200" dirty="0">
              <a:solidFill>
                <a:schemeClr val="tx1"/>
              </a:solidFill>
            </a:rPr>
            <a:t>Gemini 2.5‑flash</a:t>
          </a:r>
          <a:r>
            <a:rPr lang="en-US" sz="1800" b="0" i="0" kern="1200" dirty="0">
              <a:solidFill>
                <a:schemeClr val="tx1"/>
              </a:solidFill>
            </a:rPr>
            <a:t> (primary), con </a:t>
          </a:r>
          <a:r>
            <a:rPr lang="en-US" sz="1800" b="0" i="0" kern="1200" dirty="0" err="1">
              <a:solidFill>
                <a:schemeClr val="tx1"/>
              </a:solidFill>
            </a:rPr>
            <a:t>opción</a:t>
          </a:r>
          <a:r>
            <a:rPr lang="en-US" sz="1800" b="0" i="0" kern="1200" dirty="0">
              <a:solidFill>
                <a:schemeClr val="tx1"/>
              </a:solidFill>
            </a:rPr>
            <a:t> </a:t>
          </a:r>
          <a:r>
            <a:rPr lang="en-US" sz="1800" b="1" i="0" kern="1200" dirty="0">
              <a:solidFill>
                <a:schemeClr val="tx1"/>
              </a:solidFill>
            </a:rPr>
            <a:t>2.5‑flash‑lite</a:t>
          </a:r>
          <a:r>
            <a:rPr lang="en-US" sz="1800" b="0" i="0" kern="1200" dirty="0">
              <a:solidFill>
                <a:schemeClr val="tx1"/>
              </a:solidFill>
            </a:rPr>
            <a:t> y </a:t>
          </a:r>
          <a:r>
            <a:rPr lang="en-US" sz="1800" b="1" i="0" kern="1200" dirty="0">
              <a:solidFill>
                <a:schemeClr val="tx1"/>
              </a:solidFill>
            </a:rPr>
            <a:t>fallback multi‑</a:t>
          </a:r>
          <a:r>
            <a:rPr lang="en-US" sz="1800" b="1" i="0" kern="1200" dirty="0" err="1">
              <a:solidFill>
                <a:schemeClr val="tx1"/>
              </a:solidFill>
            </a:rPr>
            <a:t>proveedor</a:t>
          </a:r>
          <a:r>
            <a:rPr lang="en-US" sz="1800" b="0" i="0" kern="1200" dirty="0"/>
            <a:t>.</a:t>
          </a:r>
          <a:endParaRPr lang="en-US" sz="1800" kern="1200" dirty="0"/>
        </a:p>
      </dsp:txBody>
      <dsp:txXfrm>
        <a:off x="798100" y="1561634"/>
        <a:ext cx="6926620" cy="1229275"/>
      </dsp:txXfrm>
    </dsp:sp>
    <dsp:sp modelId="{DB44CC84-F4EE-4504-9B46-B50D6D4EE183}">
      <dsp:nvSpPr>
        <dsp:cNvPr id="0" name=""/>
        <dsp:cNvSpPr/>
      </dsp:nvSpPr>
      <dsp:spPr>
        <a:xfrm>
          <a:off x="1519713" y="3046780"/>
          <a:ext cx="8611711" cy="13057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tx1"/>
              </a:solidFill>
            </a:rPr>
            <a:t>- </a:t>
          </a:r>
          <a:r>
            <a:rPr lang="en-US" sz="1800" b="1" i="0" kern="1200">
              <a:solidFill>
                <a:schemeClr val="tx1"/>
              </a:solidFill>
            </a:rPr>
            <a:t>Formato estándar de plan:</a:t>
          </a:r>
          <a:r>
            <a:rPr lang="en-US" sz="1800" b="0" i="0" kern="1200">
              <a:solidFill>
                <a:schemeClr val="tx1"/>
              </a:solidFill>
            </a:rPr>
            <a:t> weeklyBlocks (meta, overview, semanas, sesiones, intensidades, duración).</a:t>
          </a:r>
          <a:endParaRPr lang="en-US" sz="1800" kern="1200">
            <a:solidFill>
              <a:schemeClr val="tx1"/>
            </a:solidFill>
          </a:endParaRPr>
        </a:p>
      </dsp:txBody>
      <dsp:txXfrm>
        <a:off x="1557957" y="3085024"/>
        <a:ext cx="6926620" cy="1229275"/>
      </dsp:txXfrm>
    </dsp:sp>
    <dsp:sp modelId="{AECA568F-F18C-4CF7-ACAF-7231582DF39E}">
      <dsp:nvSpPr>
        <dsp:cNvPr id="0" name=""/>
        <dsp:cNvSpPr/>
      </dsp:nvSpPr>
      <dsp:spPr>
        <a:xfrm>
          <a:off x="7762965" y="990203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3933" y="990203"/>
        <a:ext cx="466810" cy="638681"/>
      </dsp:txXfrm>
    </dsp:sp>
    <dsp:sp modelId="{F48B287E-93DC-457F-9A29-EF55A925B36D}">
      <dsp:nvSpPr>
        <dsp:cNvPr id="0" name=""/>
        <dsp:cNvSpPr/>
      </dsp:nvSpPr>
      <dsp:spPr>
        <a:xfrm>
          <a:off x="8522822" y="2504889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13790" y="2504889"/>
        <a:ext cx="466810" cy="638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7C13E-2524-43A1-BE59-FBB0AB25F0AB}">
      <dsp:nvSpPr>
        <dsp:cNvPr id="0" name=""/>
        <dsp:cNvSpPr/>
      </dsp:nvSpPr>
      <dsp:spPr>
        <a:xfrm>
          <a:off x="756337" y="927931"/>
          <a:ext cx="1465885" cy="146588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4CB158-2D7C-4D9F-A72B-430C878D541D}">
      <dsp:nvSpPr>
        <dsp:cNvPr id="0" name=""/>
        <dsp:cNvSpPr/>
      </dsp:nvSpPr>
      <dsp:spPr>
        <a:xfrm>
          <a:off x="1068739" y="1240333"/>
          <a:ext cx="841081" cy="841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B6B10-3CC0-4DA3-AFA3-ABA0E296DB00}">
      <dsp:nvSpPr>
        <dsp:cNvPr id="0" name=""/>
        <dsp:cNvSpPr/>
      </dsp:nvSpPr>
      <dsp:spPr>
        <a:xfrm>
          <a:off x="287734" y="2850404"/>
          <a:ext cx="2403090" cy="89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Alto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costo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y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escasez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de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entrenadores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especializados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.</a:t>
          </a:r>
          <a:br>
            <a:rPr lang="en-US" sz="1300" kern="1200"/>
          </a:br>
          <a:endParaRPr lang="en-US" sz="1300" kern="1200"/>
        </a:p>
      </dsp:txBody>
      <dsp:txXfrm>
        <a:off x="287734" y="2850404"/>
        <a:ext cx="2403090" cy="894770"/>
      </dsp:txXfrm>
    </dsp:sp>
    <dsp:sp modelId="{CAE7EDC0-92F7-40C2-AED6-E308B949FBCD}">
      <dsp:nvSpPr>
        <dsp:cNvPr id="0" name=""/>
        <dsp:cNvSpPr/>
      </dsp:nvSpPr>
      <dsp:spPr>
        <a:xfrm>
          <a:off x="3579969" y="927931"/>
          <a:ext cx="1465885" cy="146588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344F4-A666-4E39-8C9F-0292C8968289}">
      <dsp:nvSpPr>
        <dsp:cNvPr id="0" name=""/>
        <dsp:cNvSpPr/>
      </dsp:nvSpPr>
      <dsp:spPr>
        <a:xfrm>
          <a:off x="3892371" y="1240333"/>
          <a:ext cx="841081" cy="841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6D64A-D462-4B73-A16F-6BC0A1C31F5C}">
      <dsp:nvSpPr>
        <dsp:cNvPr id="0" name=""/>
        <dsp:cNvSpPr/>
      </dsp:nvSpPr>
      <dsp:spPr>
        <a:xfrm>
          <a:off x="3111366" y="2850404"/>
          <a:ext cx="2403090" cy="89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Apps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globales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con </a:t>
          </a:r>
          <a:r>
            <a:rPr lang="en-US" sz="1400" b="1" kern="1200" cap="all" err="1">
              <a:solidFill>
                <a:schemeClr val="bg1"/>
              </a:solidFill>
              <a:latin typeface="Arial"/>
              <a:ea typeface="+mn-ea"/>
              <a:cs typeface="+mn-cs"/>
            </a:rPr>
            <a:t>poca</a:t>
          </a:r>
          <a:r>
            <a:rPr lang="en-US" sz="1400" b="1" kern="1200" cap="all">
              <a:solidFill>
                <a:schemeClr val="bg1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chemeClr val="bg1"/>
              </a:solidFill>
              <a:latin typeface="Arial"/>
              <a:ea typeface="+mn-ea"/>
              <a:cs typeface="+mn-cs"/>
            </a:rPr>
            <a:t>adaptación</a:t>
          </a:r>
          <a:r>
            <a:rPr lang="en-US" sz="1400" b="1" kern="1200" cap="all">
              <a:solidFill>
                <a:schemeClr val="bg1"/>
              </a:solidFill>
              <a:latin typeface="Arial"/>
              <a:ea typeface="+mn-ea"/>
              <a:cs typeface="+mn-cs"/>
            </a:rPr>
            <a:t> local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(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idioma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/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estilo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/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mediciones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).</a:t>
          </a:r>
          <a:br>
            <a:rPr lang="en-US" sz="1200" kern="1200"/>
          </a:br>
          <a:endParaRPr lang="en-US" sz="1200" kern="1200"/>
        </a:p>
      </dsp:txBody>
      <dsp:txXfrm>
        <a:off x="3111366" y="2850404"/>
        <a:ext cx="2403090" cy="894770"/>
      </dsp:txXfrm>
    </dsp:sp>
    <dsp:sp modelId="{57CDD9DC-718B-4A27-8835-F5D310521073}">
      <dsp:nvSpPr>
        <dsp:cNvPr id="0" name=""/>
        <dsp:cNvSpPr/>
      </dsp:nvSpPr>
      <dsp:spPr>
        <a:xfrm>
          <a:off x="6403601" y="927931"/>
          <a:ext cx="1465885" cy="146588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D51B9-C8ED-49C6-8B21-47A4C1498246}">
      <dsp:nvSpPr>
        <dsp:cNvPr id="0" name=""/>
        <dsp:cNvSpPr/>
      </dsp:nvSpPr>
      <dsp:spPr>
        <a:xfrm>
          <a:off x="6716003" y="1240333"/>
          <a:ext cx="841081" cy="841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9F9E4-B7C5-4532-9468-364D56E016D6}">
      <dsp:nvSpPr>
        <dsp:cNvPr id="0" name=""/>
        <dsp:cNvSpPr/>
      </dsp:nvSpPr>
      <dsp:spPr>
        <a:xfrm>
          <a:off x="5934998" y="2850404"/>
          <a:ext cx="2403090" cy="89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Soluciones </a:t>
          </a:r>
          <a:r>
            <a:rPr lang="en-US" sz="1400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genéricas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sin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seguimiento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ni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b="1" kern="1200" cap="all" err="1">
              <a:solidFill>
                <a:srgbClr val="FFFFFF"/>
              </a:solidFill>
              <a:latin typeface="Arial"/>
              <a:ea typeface="+mn-ea"/>
              <a:cs typeface="+mn-cs"/>
            </a:rPr>
            <a:t>retroalimentación</a:t>
          </a:r>
          <a:r>
            <a:rPr lang="en-US" sz="1400" b="1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cap="all">
              <a:solidFill>
                <a:srgbClr val="FFFFFF"/>
              </a:solidFill>
              <a:latin typeface="Arial"/>
              <a:ea typeface="+mn-ea"/>
              <a:cs typeface="+mn-cs"/>
            </a:rPr>
            <a:t>continua</a:t>
          </a:r>
          <a:r>
            <a:rPr lang="en-US" sz="1100" kern="1200"/>
            <a:t>.</a:t>
          </a:r>
          <a:br>
            <a:rPr lang="en-US" sz="1100" kern="1200"/>
          </a:br>
          <a:endParaRPr lang="en-US" sz="1100" kern="1200"/>
        </a:p>
      </dsp:txBody>
      <dsp:txXfrm>
        <a:off x="5934998" y="2850404"/>
        <a:ext cx="2403090" cy="894770"/>
      </dsp:txXfrm>
    </dsp:sp>
    <dsp:sp modelId="{5169432F-25FB-4FC4-9FA5-85D3BEEE3544}">
      <dsp:nvSpPr>
        <dsp:cNvPr id="0" name=""/>
        <dsp:cNvSpPr/>
      </dsp:nvSpPr>
      <dsp:spPr>
        <a:xfrm>
          <a:off x="9227233" y="927931"/>
          <a:ext cx="1465885" cy="146588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BA713-EE8A-447F-B743-F834AE2F067D}">
      <dsp:nvSpPr>
        <dsp:cNvPr id="0" name=""/>
        <dsp:cNvSpPr/>
      </dsp:nvSpPr>
      <dsp:spPr>
        <a:xfrm>
          <a:off x="9539634" y="1240333"/>
          <a:ext cx="841081" cy="8410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E83CA-CC24-42F6-8C5F-D008E7438E0A}">
      <dsp:nvSpPr>
        <dsp:cNvPr id="0" name=""/>
        <dsp:cNvSpPr/>
      </dsp:nvSpPr>
      <dsp:spPr>
        <a:xfrm>
          <a:off x="8758630" y="2850404"/>
          <a:ext cx="2403090" cy="89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err="1">
              <a:solidFill>
                <a:schemeClr val="bg1"/>
              </a:solidFill>
            </a:rPr>
            <a:t>Necesidad</a:t>
          </a:r>
          <a:r>
            <a:rPr lang="en-US" sz="1400" kern="1200">
              <a:solidFill>
                <a:schemeClr val="bg1"/>
              </a:solidFill>
            </a:rPr>
            <a:t> de </a:t>
          </a:r>
          <a:r>
            <a:rPr lang="en-US" sz="1400" kern="1200" err="1">
              <a:solidFill>
                <a:schemeClr val="bg1"/>
              </a:solidFill>
            </a:rPr>
            <a:t>herramientas</a:t>
          </a:r>
          <a:r>
            <a:rPr lang="en-US" sz="1400" kern="1200">
              <a:solidFill>
                <a:schemeClr val="bg1"/>
              </a:solidFill>
            </a:rPr>
            <a:t> </a:t>
          </a:r>
          <a:r>
            <a:rPr lang="en-US" sz="1400" b="1" kern="1200" err="1">
              <a:solidFill>
                <a:schemeClr val="bg1"/>
              </a:solidFill>
            </a:rPr>
            <a:t>accesibles</a:t>
          </a:r>
          <a:r>
            <a:rPr lang="en-US" sz="1400" kern="1200">
              <a:solidFill>
                <a:schemeClr val="bg1"/>
              </a:solidFill>
            </a:rPr>
            <a:t> para amateur/</a:t>
          </a:r>
          <a:r>
            <a:rPr lang="en-US" sz="1400" kern="1200" err="1">
              <a:solidFill>
                <a:schemeClr val="bg1"/>
              </a:solidFill>
            </a:rPr>
            <a:t>intermedio</a:t>
          </a:r>
          <a:r>
            <a:rPr lang="en-US" sz="1100" kern="1200"/>
            <a:t>.</a:t>
          </a:r>
        </a:p>
      </dsp:txBody>
      <dsp:txXfrm>
        <a:off x="8758630" y="2850404"/>
        <a:ext cx="2403090" cy="8947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8143D-2D6F-45CD-AC8A-50988819E49B}">
      <dsp:nvSpPr>
        <dsp:cNvPr id="0" name=""/>
        <dsp:cNvSpPr/>
      </dsp:nvSpPr>
      <dsp:spPr>
        <a:xfrm>
          <a:off x="147205" y="1525122"/>
          <a:ext cx="1302299" cy="130229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970F1-DA72-4B61-BB17-764DB7CEABFF}">
      <dsp:nvSpPr>
        <dsp:cNvPr id="0" name=""/>
        <dsp:cNvSpPr/>
      </dsp:nvSpPr>
      <dsp:spPr>
        <a:xfrm>
          <a:off x="420688" y="1798605"/>
          <a:ext cx="755333" cy="7553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DAB9C-FBDD-441F-8063-C50354EE2DA0}">
      <dsp:nvSpPr>
        <dsp:cNvPr id="0" name=""/>
        <dsp:cNvSpPr/>
      </dsp:nvSpPr>
      <dsp:spPr>
        <a:xfrm>
          <a:off x="1728569" y="1525122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Los </a:t>
          </a:r>
          <a:r>
            <a:rPr lang="en-US" sz="2000" kern="1200" dirty="0" err="1">
              <a:solidFill>
                <a:schemeClr val="bg1"/>
              </a:solidFill>
            </a:rPr>
            <a:t>nadadores</a:t>
          </a:r>
          <a:r>
            <a:rPr lang="en-US" sz="2000" kern="1200" dirty="0">
              <a:solidFill>
                <a:schemeClr val="bg1"/>
              </a:solidFill>
            </a:rPr>
            <a:t> no </a:t>
          </a:r>
          <a:r>
            <a:rPr lang="en-US" sz="2000" kern="1200" dirty="0" err="1">
              <a:solidFill>
                <a:schemeClr val="bg1"/>
              </a:solidFill>
            </a:rPr>
            <a:t>acceden</a:t>
          </a:r>
          <a:r>
            <a:rPr lang="en-US" sz="2000" kern="1200" dirty="0">
              <a:solidFill>
                <a:schemeClr val="bg1"/>
              </a:solidFill>
            </a:rPr>
            <a:t> a </a:t>
          </a:r>
          <a:r>
            <a:rPr lang="en-US" sz="2000" b="1" kern="1200" dirty="0">
              <a:solidFill>
                <a:schemeClr val="bg1"/>
              </a:solidFill>
            </a:rPr>
            <a:t>planes </a:t>
          </a:r>
          <a:r>
            <a:rPr lang="en-US" sz="2000" b="1" kern="1200" dirty="0" err="1">
              <a:solidFill>
                <a:schemeClr val="bg1"/>
              </a:solidFill>
            </a:rPr>
            <a:t>realmente</a:t>
          </a:r>
          <a:r>
            <a:rPr lang="en-US" sz="2000" b="1" kern="1200" dirty="0">
              <a:solidFill>
                <a:schemeClr val="bg1"/>
              </a:solidFill>
            </a:rPr>
            <a:t> </a:t>
          </a:r>
          <a:r>
            <a:rPr lang="en-US" sz="2000" b="1" kern="1200" dirty="0" err="1">
              <a:solidFill>
                <a:schemeClr val="bg1"/>
              </a:solidFill>
            </a:rPr>
            <a:t>personalizados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por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costos</a:t>
          </a:r>
          <a:r>
            <a:rPr lang="en-US" sz="2000" kern="1200" dirty="0">
              <a:solidFill>
                <a:schemeClr val="bg1"/>
              </a:solidFill>
            </a:rPr>
            <a:t>, </a:t>
          </a:r>
          <a:r>
            <a:rPr lang="en-US" sz="2000" kern="1200" dirty="0" err="1">
              <a:solidFill>
                <a:schemeClr val="bg1"/>
              </a:solidFill>
            </a:rPr>
            <a:t>idioma</a:t>
          </a:r>
          <a:r>
            <a:rPr lang="en-US" sz="2000" kern="1200" dirty="0">
              <a:solidFill>
                <a:schemeClr val="bg1"/>
              </a:solidFill>
            </a:rPr>
            <a:t>, </a:t>
          </a:r>
          <a:r>
            <a:rPr lang="en-US" sz="2000" kern="1200" dirty="0" err="1">
              <a:solidFill>
                <a:schemeClr val="bg1"/>
              </a:solidFill>
            </a:rPr>
            <a:t>privacidad</a:t>
          </a:r>
          <a:r>
            <a:rPr lang="en-US" sz="2000" kern="1200" dirty="0">
              <a:solidFill>
                <a:schemeClr val="bg1"/>
              </a:solidFill>
            </a:rPr>
            <a:t> y </a:t>
          </a:r>
          <a:r>
            <a:rPr lang="en-US" sz="2000" b="1" kern="1200" dirty="0">
              <a:solidFill>
                <a:schemeClr val="bg1"/>
              </a:solidFill>
            </a:rPr>
            <a:t>baja </a:t>
          </a:r>
          <a:r>
            <a:rPr lang="en-US" sz="2000" b="1" kern="1200" dirty="0" err="1">
              <a:solidFill>
                <a:schemeClr val="bg1"/>
              </a:solidFill>
            </a:rPr>
            <a:t>continuidad</a:t>
          </a:r>
          <a:r>
            <a:rPr lang="en-US" sz="2000" kern="1200" dirty="0">
              <a:solidFill>
                <a:schemeClr val="bg1"/>
              </a:solidFill>
            </a:rPr>
            <a:t> (</a:t>
          </a:r>
          <a:r>
            <a:rPr lang="en-US" sz="2000" kern="1200" dirty="0" err="1">
              <a:solidFill>
                <a:schemeClr val="bg1"/>
              </a:solidFill>
            </a:rPr>
            <a:t>falta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guía</a:t>
          </a:r>
          <a:r>
            <a:rPr lang="en-US" sz="2000" kern="1200" dirty="0">
              <a:solidFill>
                <a:schemeClr val="bg1"/>
              </a:solidFill>
            </a:rPr>
            <a:t> día a día y </a:t>
          </a:r>
          <a:r>
            <a:rPr lang="en-US" sz="2000" kern="1200" dirty="0" err="1">
              <a:solidFill>
                <a:schemeClr val="bg1"/>
              </a:solidFill>
            </a:rPr>
            <a:t>registro</a:t>
          </a:r>
          <a:r>
            <a:rPr lang="en-US" sz="2000" kern="1200" dirty="0">
              <a:solidFill>
                <a:schemeClr val="bg1"/>
              </a:solidFill>
            </a:rPr>
            <a:t>).</a:t>
          </a:r>
          <a:br>
            <a:rPr lang="en-US" sz="1500" kern="1200" dirty="0"/>
          </a:br>
          <a:endParaRPr lang="en-US" sz="1500" kern="1200" dirty="0"/>
        </a:p>
      </dsp:txBody>
      <dsp:txXfrm>
        <a:off x="1728569" y="1525122"/>
        <a:ext cx="3069706" cy="1302299"/>
      </dsp:txXfrm>
    </dsp:sp>
    <dsp:sp modelId="{26E41712-4D9E-4B40-B60F-69B6FA1EFB38}">
      <dsp:nvSpPr>
        <dsp:cNvPr id="0" name=""/>
        <dsp:cNvSpPr/>
      </dsp:nvSpPr>
      <dsp:spPr>
        <a:xfrm>
          <a:off x="5333149" y="1525122"/>
          <a:ext cx="1302299" cy="1302299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97C87-B411-44F5-BF8B-044524D1E77A}">
      <dsp:nvSpPr>
        <dsp:cNvPr id="0" name=""/>
        <dsp:cNvSpPr/>
      </dsp:nvSpPr>
      <dsp:spPr>
        <a:xfrm>
          <a:off x="5606631" y="1798605"/>
          <a:ext cx="755333" cy="7553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66831-ED47-413F-817A-856DC2BCFD08}">
      <dsp:nvSpPr>
        <dsp:cNvPr id="0" name=""/>
        <dsp:cNvSpPr/>
      </dsp:nvSpPr>
      <dsp:spPr>
        <a:xfrm>
          <a:off x="6914512" y="1525122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bg1"/>
              </a:solidFill>
            </a:rPr>
            <a:t>Consecuencia</a:t>
          </a:r>
          <a:r>
            <a:rPr lang="en-US" sz="2400" kern="1200" dirty="0">
              <a:solidFill>
                <a:schemeClr val="bg1"/>
              </a:solidFill>
            </a:rPr>
            <a:t>: </a:t>
          </a:r>
          <a:r>
            <a:rPr lang="en-US" sz="2400" b="1" kern="1200" dirty="0">
              <a:solidFill>
                <a:schemeClr val="bg1"/>
              </a:solidFill>
            </a:rPr>
            <a:t>bajo </a:t>
          </a:r>
          <a:r>
            <a:rPr lang="en-US" sz="2400" b="1" kern="1200" dirty="0" err="1">
              <a:solidFill>
                <a:schemeClr val="bg1"/>
              </a:solidFill>
            </a:rPr>
            <a:t>rendimiento</a:t>
          </a:r>
          <a:r>
            <a:rPr lang="en-US" sz="2400" b="1" kern="1200" dirty="0">
              <a:solidFill>
                <a:schemeClr val="bg1"/>
              </a:solidFill>
            </a:rPr>
            <a:t>, </a:t>
          </a:r>
          <a:r>
            <a:rPr lang="en-US" sz="2400" b="1" kern="1200" dirty="0" err="1">
              <a:solidFill>
                <a:schemeClr val="bg1"/>
              </a:solidFill>
            </a:rPr>
            <a:t>abandono</a:t>
          </a:r>
          <a:r>
            <a:rPr lang="en-US" sz="2400" b="1" kern="1200" dirty="0">
              <a:solidFill>
                <a:schemeClr val="bg1"/>
              </a:solidFill>
            </a:rPr>
            <a:t> y </a:t>
          </a:r>
          <a:r>
            <a:rPr lang="en-US" sz="2400" b="1" kern="1200" dirty="0" err="1">
              <a:solidFill>
                <a:schemeClr val="bg1"/>
              </a:solidFill>
            </a:rPr>
            <a:t>desmotivación</a:t>
          </a:r>
          <a:r>
            <a:rPr lang="en-US" sz="2400" kern="1200" dirty="0"/>
            <a:t>.</a:t>
          </a:r>
        </a:p>
      </dsp:txBody>
      <dsp:txXfrm>
        <a:off x="6914512" y="1525122"/>
        <a:ext cx="3069706" cy="1302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CA5F4-ED5D-47A3-AA44-A34398872860}">
      <dsp:nvSpPr>
        <dsp:cNvPr id="0" name=""/>
        <dsp:cNvSpPr/>
      </dsp:nvSpPr>
      <dsp:spPr>
        <a:xfrm>
          <a:off x="0" y="1752710"/>
          <a:ext cx="10131425" cy="26515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Específicos</a:t>
          </a:r>
          <a:endParaRPr lang="en-US" sz="1900" kern="1200"/>
        </a:p>
      </dsp:txBody>
      <dsp:txXfrm>
        <a:off x="0" y="1752710"/>
        <a:ext cx="10131425" cy="1431857"/>
      </dsp:txXfrm>
    </dsp:sp>
    <dsp:sp modelId="{FAB4AF52-B731-4933-9575-E0D955DB32F7}">
      <dsp:nvSpPr>
        <dsp:cNvPr id="0" name=""/>
        <dsp:cNvSpPr/>
      </dsp:nvSpPr>
      <dsp:spPr>
        <a:xfrm>
          <a:off x="9889" y="2645923"/>
          <a:ext cx="1685274" cy="19639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Integrar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IA 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con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salida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estructurada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</a:p>
      </dsp:txBody>
      <dsp:txXfrm>
        <a:off x="9889" y="2645923"/>
        <a:ext cx="1685274" cy="1963905"/>
      </dsp:txXfrm>
    </dsp:sp>
    <dsp:sp modelId="{FD542D2D-3B97-4909-96E2-DC0173A50446}">
      <dsp:nvSpPr>
        <dsp:cNvPr id="0" name=""/>
        <dsp:cNvSpPr/>
      </dsp:nvSpPr>
      <dsp:spPr>
        <a:xfrm>
          <a:off x="1695163" y="2644839"/>
          <a:ext cx="1685274" cy="19660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Asegurar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privacidad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en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Supabase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.</a:t>
          </a:r>
        </a:p>
      </dsp:txBody>
      <dsp:txXfrm>
        <a:off x="1695163" y="2644839"/>
        <a:ext cx="1685274" cy="1966072"/>
      </dsp:txXfrm>
    </dsp:sp>
    <dsp:sp modelId="{A0576FA7-4A94-43B8-A19F-BA903D27774F}">
      <dsp:nvSpPr>
        <dsp:cNvPr id="0" name=""/>
        <dsp:cNvSpPr/>
      </dsp:nvSpPr>
      <dsp:spPr>
        <a:xfrm>
          <a:off x="3380438" y="2635111"/>
          <a:ext cx="1685274" cy="19855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Registrar logs de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sesión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y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exponer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historial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de planes.</a:t>
          </a:r>
        </a:p>
      </dsp:txBody>
      <dsp:txXfrm>
        <a:off x="3380438" y="2635111"/>
        <a:ext cx="1685274" cy="1985528"/>
      </dsp:txXfrm>
    </dsp:sp>
    <dsp:sp modelId="{0449451F-CB8B-4BB8-B65B-B4B1CF6BF47B}">
      <dsp:nvSpPr>
        <dsp:cNvPr id="0" name=""/>
        <dsp:cNvSpPr/>
      </dsp:nvSpPr>
      <dsp:spPr>
        <a:xfrm>
          <a:off x="5065712" y="2635111"/>
          <a:ext cx="1685274" cy="19855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Validar con </a:t>
          </a:r>
          <a:r>
            <a:rPr lang="en-US" sz="1800" b="0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usuarios</a:t>
          </a:r>
          <a:r>
            <a:rPr lang="en-US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reales </a:t>
          </a:r>
          <a:r>
            <a:rPr lang="en-US" sz="1800" b="1" i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satisfacción</a:t>
          </a:r>
          <a:r>
            <a:rPr lang="en-US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 80%.</a:t>
          </a:r>
        </a:p>
      </dsp:txBody>
      <dsp:txXfrm>
        <a:off x="5065712" y="2635111"/>
        <a:ext cx="1685274" cy="1985528"/>
      </dsp:txXfrm>
    </dsp:sp>
    <dsp:sp modelId="{3984887F-23BC-41EF-825B-6D11FD3B8064}">
      <dsp:nvSpPr>
        <dsp:cNvPr id="0" name=""/>
        <dsp:cNvSpPr/>
      </dsp:nvSpPr>
      <dsp:spPr>
        <a:xfrm>
          <a:off x="6750986" y="2635111"/>
          <a:ext cx="1685274" cy="198552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Validar la solución con </a:t>
          </a:r>
          <a:r>
            <a:rPr lang="es-MX" sz="1800" b="1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500 usuarios </a:t>
          </a:r>
          <a:r>
            <a:rPr lang="es-MX" sz="1800" b="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en el primer año.</a:t>
          </a:r>
          <a:endParaRPr lang="en-US" sz="1800" b="0" i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+mn-ea"/>
            <a:cs typeface="+mn-cs"/>
          </a:endParaRPr>
        </a:p>
      </dsp:txBody>
      <dsp:txXfrm>
        <a:off x="6750986" y="2635111"/>
        <a:ext cx="1685274" cy="1985528"/>
      </dsp:txXfrm>
    </dsp:sp>
    <dsp:sp modelId="{232AF86E-92FE-46CE-8F1B-7AFD8F06A410}">
      <dsp:nvSpPr>
        <dsp:cNvPr id="0" name=""/>
        <dsp:cNvSpPr/>
      </dsp:nvSpPr>
      <dsp:spPr>
        <a:xfrm>
          <a:off x="8436261" y="2636267"/>
          <a:ext cx="1685274" cy="19832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0" i="0" kern="1200" dirty="0"/>
            <a:t>Lograr un VAN positivo y TIR del </a:t>
          </a:r>
          <a:r>
            <a:rPr lang="es-MX" sz="1800" b="1" i="0" kern="1200" dirty="0"/>
            <a:t>25%.</a:t>
          </a:r>
          <a:endParaRPr lang="en-US" sz="1800" b="1" kern="1200" dirty="0"/>
        </a:p>
      </dsp:txBody>
      <dsp:txXfrm>
        <a:off x="8436261" y="2636267"/>
        <a:ext cx="1685274" cy="1983217"/>
      </dsp:txXfrm>
    </dsp:sp>
    <dsp:sp modelId="{212AB334-CD0A-4E68-8CB1-2573C69369D9}">
      <dsp:nvSpPr>
        <dsp:cNvPr id="0" name=""/>
        <dsp:cNvSpPr/>
      </dsp:nvSpPr>
      <dsp:spPr>
        <a:xfrm rot="10800000">
          <a:off x="0" y="1138"/>
          <a:ext cx="10131425" cy="1995968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General</a:t>
          </a:r>
          <a:br>
            <a:rPr lang="en-US" sz="1900" kern="1200" dirty="0"/>
          </a:br>
          <a:r>
            <a:rPr lang="en-US" sz="1900" kern="1200" dirty="0" err="1"/>
            <a:t>Entregar</a:t>
          </a:r>
          <a:r>
            <a:rPr lang="en-US" sz="1900" kern="1200" dirty="0"/>
            <a:t> planes </a:t>
          </a:r>
          <a:r>
            <a:rPr lang="en-US" sz="1900" kern="1200" dirty="0" err="1"/>
            <a:t>personalizados</a:t>
          </a:r>
          <a:r>
            <a:rPr lang="en-US" sz="1900" kern="1200" dirty="0"/>
            <a:t> y </a:t>
          </a:r>
          <a:r>
            <a:rPr lang="en-US" sz="1900" kern="1200" dirty="0" err="1"/>
            <a:t>trazables</a:t>
          </a:r>
          <a:r>
            <a:rPr lang="en-US" sz="1900" kern="1200" dirty="0"/>
            <a:t> de </a:t>
          </a:r>
          <a:r>
            <a:rPr lang="en-US" sz="1900" kern="1200" dirty="0" err="1"/>
            <a:t>natación</a:t>
          </a:r>
          <a:r>
            <a:rPr lang="en-US" sz="1900" kern="1200" dirty="0"/>
            <a:t> con IA, </a:t>
          </a:r>
          <a:r>
            <a:rPr lang="en-US" sz="1900" b="1" kern="1200" dirty="0" err="1"/>
            <a:t>seguros</a:t>
          </a:r>
          <a:r>
            <a:rPr lang="en-US" sz="1900" b="1" kern="1200" dirty="0"/>
            <a:t> y </a:t>
          </a:r>
          <a:r>
            <a:rPr lang="en-US" sz="1900" b="1" kern="1200" dirty="0" err="1"/>
            <a:t>accionables</a:t>
          </a:r>
          <a:r>
            <a:rPr lang="en-US" sz="1900" kern="1200" dirty="0"/>
            <a:t>,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 err="1"/>
            <a:t>una</a:t>
          </a:r>
          <a:r>
            <a:rPr lang="en-US" sz="1900" kern="1200" dirty="0"/>
            <a:t> app </a:t>
          </a:r>
          <a:r>
            <a:rPr lang="en-US" sz="1900" kern="1200" dirty="0" err="1"/>
            <a:t>móvil</a:t>
          </a:r>
          <a:r>
            <a:rPr lang="en-US" sz="1900" kern="1200" dirty="0"/>
            <a:t>.</a:t>
          </a:r>
          <a:br>
            <a:rPr lang="en-US" sz="1900" kern="1200" dirty="0"/>
          </a:br>
          <a:endParaRPr lang="en-US" sz="1900" kern="1200" dirty="0"/>
        </a:p>
      </dsp:txBody>
      <dsp:txXfrm rot="10800000">
        <a:off x="0" y="1138"/>
        <a:ext cx="10131425" cy="1296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BFE51-F072-42EB-B820-E932B2920C1C}">
      <dsp:nvSpPr>
        <dsp:cNvPr id="0" name=""/>
        <dsp:cNvSpPr/>
      </dsp:nvSpPr>
      <dsp:spPr>
        <a:xfrm>
          <a:off x="0" y="1806"/>
          <a:ext cx="10131425" cy="9155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B390B-CAE5-499D-A967-E1101618325C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68D79-D0D8-4DBC-BFF1-C13FD4FD8389}">
      <dsp:nvSpPr>
        <dsp:cNvPr id="0" name=""/>
        <dsp:cNvSpPr/>
      </dsp:nvSpPr>
      <dsp:spPr>
        <a:xfrm>
          <a:off x="1057476" y="1806"/>
          <a:ext cx="9073948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A. IA </a:t>
          </a:r>
          <a:r>
            <a:rPr lang="en-US" sz="2200" b="1" i="0" kern="1200" err="1"/>
            <a:t>generativa</a:t>
          </a:r>
          <a:r>
            <a:rPr lang="en-US" sz="2200" b="1" i="0" kern="1200"/>
            <a:t> + </a:t>
          </a:r>
          <a:r>
            <a:rPr lang="en-US" sz="2200" b="1" i="0" kern="1200" err="1"/>
            <a:t>Supabase</a:t>
          </a:r>
          <a:r>
            <a:rPr lang="en-US" sz="2200" b="1" i="0" kern="1200"/>
            <a:t> </a:t>
          </a:r>
          <a:endParaRPr lang="en-US" sz="2200" kern="1200"/>
        </a:p>
      </dsp:txBody>
      <dsp:txXfrm>
        <a:off x="1057476" y="1806"/>
        <a:ext cx="9073948" cy="915564"/>
      </dsp:txXfrm>
    </dsp:sp>
    <dsp:sp modelId="{F824F120-13C6-499A-870A-6125D7B2E6A2}">
      <dsp:nvSpPr>
        <dsp:cNvPr id="0" name=""/>
        <dsp:cNvSpPr/>
      </dsp:nvSpPr>
      <dsp:spPr>
        <a:xfrm>
          <a:off x="0" y="1146262"/>
          <a:ext cx="10131425" cy="9155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C7B1B-3A4A-456A-99C0-6E3B57DD0A71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9DDED-23C2-4164-8573-011A43B73242}">
      <dsp:nvSpPr>
        <dsp:cNvPr id="0" name=""/>
        <dsp:cNvSpPr/>
      </dsp:nvSpPr>
      <dsp:spPr>
        <a:xfrm>
          <a:off x="1057476" y="1146262"/>
          <a:ext cx="9073948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B. Planes estáticos (plantillas) + CMS</a:t>
          </a:r>
          <a:endParaRPr lang="en-US" sz="2200" kern="1200"/>
        </a:p>
      </dsp:txBody>
      <dsp:txXfrm>
        <a:off x="1057476" y="1146262"/>
        <a:ext cx="9073948" cy="915564"/>
      </dsp:txXfrm>
    </dsp:sp>
    <dsp:sp modelId="{F6366D0E-60C2-4999-A670-2547BB9DE077}">
      <dsp:nvSpPr>
        <dsp:cNvPr id="0" name=""/>
        <dsp:cNvSpPr/>
      </dsp:nvSpPr>
      <dsp:spPr>
        <a:xfrm>
          <a:off x="0" y="2290717"/>
          <a:ext cx="10131425" cy="9155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B90B1-2E54-4275-A20C-8DAAB5E42447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9E240-136B-43D2-8CCA-5A9280E8F071}">
      <dsp:nvSpPr>
        <dsp:cNvPr id="0" name=""/>
        <dsp:cNvSpPr/>
      </dsp:nvSpPr>
      <dsp:spPr>
        <a:xfrm>
          <a:off x="1057476" y="2290717"/>
          <a:ext cx="9073948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C. Marketplace de entrenadores</a:t>
          </a:r>
          <a:endParaRPr lang="en-US" sz="2200" kern="1200"/>
        </a:p>
      </dsp:txBody>
      <dsp:txXfrm>
        <a:off x="1057476" y="2290717"/>
        <a:ext cx="9073948" cy="915564"/>
      </dsp:txXfrm>
    </dsp:sp>
    <dsp:sp modelId="{913C0F61-B608-49AA-A618-ADEFD070BF84}">
      <dsp:nvSpPr>
        <dsp:cNvPr id="0" name=""/>
        <dsp:cNvSpPr/>
      </dsp:nvSpPr>
      <dsp:spPr>
        <a:xfrm>
          <a:off x="0" y="3435173"/>
          <a:ext cx="10131425" cy="9155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225ED-19C2-47EB-8729-8A6C81F50FFB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B7A9B-2B98-44D0-BF55-72775FE2B51F}">
      <dsp:nvSpPr>
        <dsp:cNvPr id="0" name=""/>
        <dsp:cNvSpPr/>
      </dsp:nvSpPr>
      <dsp:spPr>
        <a:xfrm>
          <a:off x="1057476" y="3435173"/>
          <a:ext cx="9073948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D. IA open‑source on‑prem (futuro)</a:t>
          </a:r>
          <a:br>
            <a:rPr lang="en-US" sz="2200" b="0" i="0" kern="1200"/>
          </a:br>
          <a:endParaRPr lang="en-US" sz="2200" kern="1200"/>
        </a:p>
      </dsp:txBody>
      <dsp:txXfrm>
        <a:off x="1057476" y="3435173"/>
        <a:ext cx="9073948" cy="9155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1FAA4-F5FC-4AF2-B48D-1E815E717D63}">
      <dsp:nvSpPr>
        <dsp:cNvPr id="0" name=""/>
        <dsp:cNvSpPr/>
      </dsp:nvSpPr>
      <dsp:spPr>
        <a:xfrm>
          <a:off x="0" y="4361"/>
          <a:ext cx="11308079" cy="832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B52A5-79A6-469B-BCA2-0336666BC4DC}">
      <dsp:nvSpPr>
        <dsp:cNvPr id="0" name=""/>
        <dsp:cNvSpPr/>
      </dsp:nvSpPr>
      <dsp:spPr>
        <a:xfrm>
          <a:off x="251977" y="191782"/>
          <a:ext cx="458588" cy="4581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08753-78F1-44FB-BA4A-58F2B3D81E2F}">
      <dsp:nvSpPr>
        <dsp:cNvPr id="0" name=""/>
        <dsp:cNvSpPr/>
      </dsp:nvSpPr>
      <dsp:spPr>
        <a:xfrm>
          <a:off x="962542" y="4361"/>
          <a:ext cx="10244727" cy="101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42" tIns="107442" rIns="107442" bIns="10744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IA generativa + Supabase (elegida) </a:t>
          </a:r>
          <a:br>
            <a:rPr lang="en-US" sz="2000" b="1" kern="1200"/>
          </a:br>
          <a:endParaRPr lang="en-US" sz="2000" kern="1200"/>
        </a:p>
      </dsp:txBody>
      <dsp:txXfrm>
        <a:off x="962542" y="4361"/>
        <a:ext cx="10244727" cy="1015197"/>
      </dsp:txXfrm>
    </dsp:sp>
    <dsp:sp modelId="{86289BC7-B95D-4422-AB88-D4A7BA58C7B8}">
      <dsp:nvSpPr>
        <dsp:cNvPr id="0" name=""/>
        <dsp:cNvSpPr/>
      </dsp:nvSpPr>
      <dsp:spPr>
        <a:xfrm>
          <a:off x="0" y="1273358"/>
          <a:ext cx="11308079" cy="832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B0D99-625C-4D11-83AD-0C9BFF53D9A1}">
      <dsp:nvSpPr>
        <dsp:cNvPr id="0" name=""/>
        <dsp:cNvSpPr/>
      </dsp:nvSpPr>
      <dsp:spPr>
        <a:xfrm>
          <a:off x="251977" y="1460779"/>
          <a:ext cx="458588" cy="4581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7ED16-669E-4468-9570-5F36F0BC23C4}">
      <dsp:nvSpPr>
        <dsp:cNvPr id="0" name=""/>
        <dsp:cNvSpPr/>
      </dsp:nvSpPr>
      <dsp:spPr>
        <a:xfrm>
          <a:off x="962542" y="1273358"/>
          <a:ext cx="10244727" cy="101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42" tIns="107442" rIns="107442" bIns="1074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err="1"/>
            <a:t>Razones</a:t>
          </a:r>
          <a:br>
            <a:rPr lang="en-US" sz="1800" kern="1200"/>
          </a:br>
          <a:r>
            <a:rPr lang="en-US" sz="1800" kern="1200" err="1"/>
            <a:t>Privacidad</a:t>
          </a:r>
          <a:r>
            <a:rPr lang="en-US" sz="1800" kern="1200"/>
            <a:t> y control de </a:t>
          </a:r>
          <a:r>
            <a:rPr lang="en-US" sz="1800" kern="1200" err="1"/>
            <a:t>datos</a:t>
          </a:r>
          <a:r>
            <a:rPr lang="en-US" sz="1800" kern="1200"/>
            <a:t> (RLS), </a:t>
          </a:r>
          <a:r>
            <a:rPr lang="en-US" sz="1800" b="1" kern="1200" err="1"/>
            <a:t>rapidez</a:t>
          </a:r>
          <a:r>
            <a:rPr lang="en-US" sz="1800" b="1" kern="1200"/>
            <a:t> de </a:t>
          </a:r>
          <a:r>
            <a:rPr lang="en-US" sz="1800" b="1" kern="1200" err="1"/>
            <a:t>iteración</a:t>
          </a:r>
          <a:r>
            <a:rPr lang="en-US" sz="1800" kern="1200"/>
            <a:t>, </a:t>
          </a:r>
          <a:r>
            <a:rPr lang="en-US" sz="1800" kern="1200" err="1"/>
            <a:t>personalización</a:t>
          </a:r>
          <a:r>
            <a:rPr lang="en-US" sz="1800" kern="1200"/>
            <a:t> </a:t>
          </a:r>
          <a:r>
            <a:rPr lang="en-US" sz="1800" kern="1200" err="1"/>
            <a:t>en</a:t>
          </a:r>
          <a:r>
            <a:rPr lang="en-US" sz="1800" kern="1200"/>
            <a:t> </a:t>
          </a:r>
          <a:r>
            <a:rPr lang="en-US" sz="1800" kern="1200" err="1"/>
            <a:t>español</a:t>
          </a:r>
          <a:r>
            <a:rPr lang="en-US" sz="1800" kern="1200"/>
            <a:t> y </a:t>
          </a:r>
          <a:r>
            <a:rPr lang="en-US" sz="1800" b="1" kern="1200" err="1"/>
            <a:t>coste</a:t>
          </a:r>
          <a:r>
            <a:rPr lang="en-US" sz="1800" b="1" kern="1200"/>
            <a:t>/</a:t>
          </a:r>
          <a:r>
            <a:rPr lang="en-US" sz="1800" b="1" kern="1200" err="1"/>
            <a:t>latencia</a:t>
          </a:r>
          <a:r>
            <a:rPr lang="en-US" sz="1800" kern="1200"/>
            <a:t> </a:t>
          </a:r>
          <a:r>
            <a:rPr lang="en-US" sz="1800" kern="1200" err="1"/>
            <a:t>competitivos</a:t>
          </a:r>
          <a:r>
            <a:rPr lang="en-US" sz="1800" kern="1200"/>
            <a:t>.</a:t>
          </a:r>
          <a:br>
            <a:rPr lang="en-US" sz="2000" kern="1200"/>
          </a:br>
          <a:endParaRPr lang="en-US" sz="2000" kern="1200"/>
        </a:p>
      </dsp:txBody>
      <dsp:txXfrm>
        <a:off x="962542" y="1273358"/>
        <a:ext cx="10244727" cy="1015197"/>
      </dsp:txXfrm>
    </dsp:sp>
    <dsp:sp modelId="{C2FB0A4F-673A-4EEC-923A-BFFFBE10CCA6}">
      <dsp:nvSpPr>
        <dsp:cNvPr id="0" name=""/>
        <dsp:cNvSpPr/>
      </dsp:nvSpPr>
      <dsp:spPr>
        <a:xfrm>
          <a:off x="0" y="2542355"/>
          <a:ext cx="11308079" cy="832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A0AAD-7081-4C8E-89FA-17DC48D762F6}">
      <dsp:nvSpPr>
        <dsp:cNvPr id="0" name=""/>
        <dsp:cNvSpPr/>
      </dsp:nvSpPr>
      <dsp:spPr>
        <a:xfrm>
          <a:off x="251977" y="2729776"/>
          <a:ext cx="458588" cy="4581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15CB0-7FC0-4AAB-9D1D-0B1C4728389F}">
      <dsp:nvSpPr>
        <dsp:cNvPr id="0" name=""/>
        <dsp:cNvSpPr/>
      </dsp:nvSpPr>
      <dsp:spPr>
        <a:xfrm>
          <a:off x="962542" y="2542355"/>
          <a:ext cx="10244727" cy="101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42" tIns="107442" rIns="107442" bIns="10744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err="1"/>
            <a:t>Arquitectura</a:t>
          </a:r>
          <a:br>
            <a:rPr lang="en-US" sz="1800" kern="1200"/>
          </a:br>
          <a:r>
            <a:rPr lang="en-US" sz="1800" kern="1200"/>
            <a:t>App (Expo RN) + </a:t>
          </a:r>
          <a:r>
            <a:rPr lang="en-US" sz="1800" b="1" kern="1200"/>
            <a:t>IA Gemini 2.5‑flash</a:t>
          </a:r>
          <a:r>
            <a:rPr lang="en-US" sz="1800" kern="1200"/>
            <a:t> ↔ </a:t>
          </a:r>
          <a:r>
            <a:rPr lang="en-US" sz="1800" b="1" kern="1200" err="1"/>
            <a:t>Supabase</a:t>
          </a:r>
          <a:r>
            <a:rPr lang="en-US" sz="1800" b="1" kern="1200"/>
            <a:t> Auth</a:t>
          </a:r>
          <a:r>
            <a:rPr lang="en-US" sz="1800" kern="1200"/>
            <a:t> → </a:t>
          </a:r>
          <a:r>
            <a:rPr lang="en-US" sz="1800" b="1" kern="1200"/>
            <a:t>Edge Functions</a:t>
          </a:r>
          <a:r>
            <a:rPr lang="en-US" sz="1800" kern="1200"/>
            <a:t> → </a:t>
          </a:r>
          <a:r>
            <a:rPr lang="en-US" sz="1800" b="1" kern="1200"/>
            <a:t>PostgreSQL</a:t>
          </a:r>
          <a:endParaRPr lang="en-US" sz="1800" kern="1200"/>
        </a:p>
      </dsp:txBody>
      <dsp:txXfrm>
        <a:off x="962542" y="2542355"/>
        <a:ext cx="10244727" cy="1015197"/>
      </dsp:txXfrm>
    </dsp:sp>
    <dsp:sp modelId="{FECFB62B-F459-4A3B-B8AB-2574CA26F983}">
      <dsp:nvSpPr>
        <dsp:cNvPr id="0" name=""/>
        <dsp:cNvSpPr/>
      </dsp:nvSpPr>
      <dsp:spPr>
        <a:xfrm>
          <a:off x="0" y="3811351"/>
          <a:ext cx="11308079" cy="8329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0608C-361C-42F2-AD08-4E64A6CDCA9D}">
      <dsp:nvSpPr>
        <dsp:cNvPr id="0" name=""/>
        <dsp:cNvSpPr/>
      </dsp:nvSpPr>
      <dsp:spPr>
        <a:xfrm>
          <a:off x="251977" y="3998772"/>
          <a:ext cx="458588" cy="4581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5C1CD-CED7-4F4F-B82A-E116FEFE5634}">
      <dsp:nvSpPr>
        <dsp:cNvPr id="0" name=""/>
        <dsp:cNvSpPr/>
      </dsp:nvSpPr>
      <dsp:spPr>
        <a:xfrm>
          <a:off x="962542" y="3811351"/>
          <a:ext cx="10244727" cy="1015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42" tIns="107442" rIns="107442" bIns="10744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Metodología</a:t>
          </a:r>
          <a:br>
            <a:rPr lang="en-US" sz="2000" kern="1200"/>
          </a:br>
          <a:r>
            <a:rPr lang="en-US" sz="2000" kern="1200"/>
            <a:t>Scrumban (12–15 semanas, releases quincenales).</a:t>
          </a:r>
        </a:p>
      </dsp:txBody>
      <dsp:txXfrm>
        <a:off x="962542" y="3811351"/>
        <a:ext cx="10244727" cy="10151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A2AD8-DAF8-4B59-A6F7-043FF6433E34}">
      <dsp:nvSpPr>
        <dsp:cNvPr id="0" name=""/>
        <dsp:cNvSpPr/>
      </dsp:nvSpPr>
      <dsp:spPr>
        <a:xfrm>
          <a:off x="0" y="707288"/>
          <a:ext cx="101314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7F2BF-7998-4AF5-BEE5-604CB7FF6DDC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D03CD-290A-4623-B766-FC2A0D9D4E5B}">
      <dsp:nvSpPr>
        <dsp:cNvPr id="0" name=""/>
        <dsp:cNvSpPr/>
      </dsp:nvSpPr>
      <dsp:spPr>
        <a:xfrm>
          <a:off x="1508156" y="707288"/>
          <a:ext cx="86232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Presupuesto por fases (confirmado):</a:t>
          </a:r>
          <a:r>
            <a:rPr lang="en-US" sz="1600" kern="1200"/>
            <a:t> </a:t>
          </a:r>
          <a:r>
            <a:rPr lang="en-US" sz="1600" b="1" kern="1200"/>
            <a:t>USD 50.000</a:t>
          </a:r>
          <a:r>
            <a:rPr lang="en-US" sz="1600" kern="1200"/>
            <a:t> → F1 </a:t>
          </a:r>
          <a:r>
            <a:rPr lang="en-US" sz="1600" b="1" kern="1200"/>
            <a:t>USD 15k</a:t>
          </a:r>
          <a:r>
            <a:rPr lang="en-US" sz="1600" kern="1200"/>
            <a:t>, F2 </a:t>
          </a:r>
          <a:r>
            <a:rPr lang="en-US" sz="1600" b="1" kern="1200"/>
            <a:t>USD 20k</a:t>
          </a:r>
          <a:r>
            <a:rPr lang="en-US" sz="1600" kern="1200"/>
            <a:t>, F3 </a:t>
          </a:r>
          <a:r>
            <a:rPr lang="en-US" sz="1600" b="1" kern="1200"/>
            <a:t>USD 15k</a:t>
          </a:r>
          <a:r>
            <a:rPr lang="en-US" sz="1600" kern="1200"/>
            <a:t>.</a:t>
          </a:r>
          <a:br>
            <a:rPr lang="en-US" sz="1600" kern="1200"/>
          </a:br>
          <a:r>
            <a:rPr lang="en-US" sz="1600" b="1" kern="1200"/>
            <a:t>Meta de validación (confirmada):</a:t>
          </a:r>
          <a:r>
            <a:rPr lang="en-US" sz="1600" kern="1200"/>
            <a:t> </a:t>
          </a:r>
          <a:r>
            <a:rPr lang="en-US" sz="1600" b="1" kern="1200"/>
            <a:t>500 usuarios = registros</a:t>
          </a:r>
          <a:r>
            <a:rPr lang="en-US" sz="1600" kern="1200"/>
            <a:t> (no suscriptores de pago).</a:t>
          </a:r>
          <a:br>
            <a:rPr lang="en-US" sz="1600" kern="1200"/>
          </a:br>
          <a:endParaRPr lang="en-US" sz="1600" kern="1200"/>
        </a:p>
      </dsp:txBody>
      <dsp:txXfrm>
        <a:off x="1508156" y="707288"/>
        <a:ext cx="8623268" cy="1305763"/>
      </dsp:txXfrm>
    </dsp:sp>
    <dsp:sp modelId="{398627C1-7836-41A2-9AD2-283A32FE4BBC}">
      <dsp:nvSpPr>
        <dsp:cNvPr id="0" name=""/>
        <dsp:cNvSpPr/>
      </dsp:nvSpPr>
      <dsp:spPr>
        <a:xfrm>
          <a:off x="0" y="2339492"/>
          <a:ext cx="101314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83C4D-6AE7-4713-B8FC-2502B57CAA3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D010F-60D1-4DD1-9132-8F2721B485D2}">
      <dsp:nvSpPr>
        <dsp:cNvPr id="0" name=""/>
        <dsp:cNvSpPr/>
      </dsp:nvSpPr>
      <dsp:spPr>
        <a:xfrm>
          <a:off x="1508156" y="2339492"/>
          <a:ext cx="86232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KPI:</a:t>
          </a:r>
          <a:r>
            <a:rPr lang="en-US" sz="1600" kern="1200"/>
            <a:t> Activación (&gt;70%), Adherencia (sesiones marcadas ≥70%), NPS, CAC, LTV, Churn, ARPU.</a:t>
          </a:r>
        </a:p>
      </dsp:txBody>
      <dsp:txXfrm>
        <a:off x="1508156" y="2339492"/>
        <a:ext cx="8623268" cy="13057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0A00A-42CD-48F2-A2D8-6B63EA8606D5}">
      <dsp:nvSpPr>
        <dsp:cNvPr id="0" name=""/>
        <dsp:cNvSpPr/>
      </dsp:nvSpPr>
      <dsp:spPr>
        <a:xfrm>
          <a:off x="0" y="0"/>
          <a:ext cx="8611711" cy="13057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Opción A – Tracción:</a:t>
          </a:r>
          <a:r>
            <a:rPr lang="en-US" sz="2000" b="0" i="0" kern="1200"/>
            <a:t> CLP </a:t>
          </a:r>
          <a:r>
            <a:rPr lang="en-US" sz="2000" b="1" i="0" kern="1200"/>
            <a:t>$3.990/mes</a:t>
          </a:r>
          <a:r>
            <a:rPr lang="en-US" sz="2000" b="0" i="0" kern="1200"/>
            <a:t> | </a:t>
          </a:r>
          <a:r>
            <a:rPr lang="en-US" sz="2000" b="1" i="0" kern="1200"/>
            <a:t>$39.990/año</a:t>
          </a:r>
          <a:r>
            <a:rPr lang="en-US" sz="2000" b="0" i="0" kern="1200"/>
            <a:t> | Estudiantes: </a:t>
          </a:r>
          <a:r>
            <a:rPr lang="en-US" sz="2000" b="1" i="0" kern="1200"/>
            <a:t>$2.990/mes</a:t>
          </a:r>
          <a:r>
            <a:rPr lang="en-US" sz="2000" b="0" i="0" kern="1200"/>
            <a:t>.</a:t>
          </a:r>
          <a:br>
            <a:rPr lang="en-US" sz="2000" b="0" i="0" kern="1200"/>
          </a:br>
          <a:endParaRPr lang="en-US" sz="2000" kern="1200"/>
        </a:p>
      </dsp:txBody>
      <dsp:txXfrm>
        <a:off x="38244" y="38244"/>
        <a:ext cx="7202691" cy="1229275"/>
      </dsp:txXfrm>
    </dsp:sp>
    <dsp:sp modelId="{99FCEA0A-2F78-4930-9C91-0CFC7A3BFA7B}">
      <dsp:nvSpPr>
        <dsp:cNvPr id="0" name=""/>
        <dsp:cNvSpPr/>
      </dsp:nvSpPr>
      <dsp:spPr>
        <a:xfrm>
          <a:off x="759856" y="1523390"/>
          <a:ext cx="8611711" cy="13057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Opción B – Paridad accesible (recomendada):</a:t>
          </a:r>
          <a:r>
            <a:rPr lang="en-US" sz="2000" b="0" i="0" kern="1200"/>
            <a:t> CLP </a:t>
          </a:r>
          <a:r>
            <a:rPr lang="en-US" sz="2000" b="1" i="0" kern="1200"/>
            <a:t>$4.990/mes</a:t>
          </a:r>
          <a:r>
            <a:rPr lang="en-US" sz="2000" b="0" i="0" kern="1200"/>
            <a:t> | </a:t>
          </a:r>
          <a:r>
            <a:rPr lang="en-US" sz="2000" b="1" i="0" kern="1200"/>
            <a:t>$49.990/año</a:t>
          </a:r>
          <a:r>
            <a:rPr lang="en-US" sz="2000" b="0" i="0" kern="1200"/>
            <a:t> (≈2 meses gratis) | Estudiantes: </a:t>
          </a:r>
          <a:r>
            <a:rPr lang="en-US" sz="2000" b="1" i="0" kern="1200"/>
            <a:t>$3.490/mes</a:t>
          </a:r>
          <a:r>
            <a:rPr lang="en-US" sz="2000" b="0" i="0" kern="1200"/>
            <a:t>.</a:t>
          </a:r>
          <a:br>
            <a:rPr lang="en-US" sz="2000" b="0" i="0" kern="1200"/>
          </a:br>
          <a:endParaRPr lang="en-US" sz="2000" kern="1200"/>
        </a:p>
      </dsp:txBody>
      <dsp:txXfrm>
        <a:off x="798100" y="1561634"/>
        <a:ext cx="6926620" cy="1229275"/>
      </dsp:txXfrm>
    </dsp:sp>
    <dsp:sp modelId="{471EE5A3-9A33-4066-9B67-A9203F86EBC8}">
      <dsp:nvSpPr>
        <dsp:cNvPr id="0" name=""/>
        <dsp:cNvSpPr/>
      </dsp:nvSpPr>
      <dsp:spPr>
        <a:xfrm>
          <a:off x="1519713" y="3046780"/>
          <a:ext cx="8611711" cy="13057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Opción C – Premium + Clubes:</a:t>
          </a:r>
          <a:r>
            <a:rPr lang="en-US" sz="2000" b="0" i="0" kern="1200"/>
            <a:t> CLP </a:t>
          </a:r>
          <a:r>
            <a:rPr lang="en-US" sz="2000" b="1" i="0" kern="1200"/>
            <a:t>$6.990/mes</a:t>
          </a:r>
          <a:r>
            <a:rPr lang="en-US" sz="2000" b="0" i="0" kern="1200"/>
            <a:t> | </a:t>
          </a:r>
          <a:r>
            <a:rPr lang="en-US" sz="2000" b="1" i="0" kern="1200"/>
            <a:t>$69.990/año</a:t>
          </a:r>
          <a:r>
            <a:rPr lang="en-US" sz="2000" b="0" i="0" kern="1200"/>
            <a:t> | </a:t>
          </a:r>
          <a:r>
            <a:rPr lang="en-US" sz="2000" b="1" i="0" kern="1200"/>
            <a:t>Plan Club:</a:t>
          </a:r>
          <a:r>
            <a:rPr lang="en-US" sz="2000" b="0" i="0" kern="1200"/>
            <a:t> </a:t>
          </a:r>
          <a:r>
            <a:rPr lang="en-US" sz="2000" b="1" i="0" kern="1200"/>
            <a:t>$12.990/mes</a:t>
          </a:r>
          <a:r>
            <a:rPr lang="en-US" sz="2000" b="0" i="0" kern="1200"/>
            <a:t> (5 usuarios, reportes, soporte).</a:t>
          </a:r>
          <a:endParaRPr lang="en-US" sz="2000" kern="1200"/>
        </a:p>
      </dsp:txBody>
      <dsp:txXfrm>
        <a:off x="1557957" y="3085024"/>
        <a:ext cx="6926620" cy="1229275"/>
      </dsp:txXfrm>
    </dsp:sp>
    <dsp:sp modelId="{B26CAC29-B73D-4665-B1A7-4EB1A396BFB6}">
      <dsp:nvSpPr>
        <dsp:cNvPr id="0" name=""/>
        <dsp:cNvSpPr/>
      </dsp:nvSpPr>
      <dsp:spPr>
        <a:xfrm>
          <a:off x="7762965" y="990203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53933" y="990203"/>
        <a:ext cx="466810" cy="638681"/>
      </dsp:txXfrm>
    </dsp:sp>
    <dsp:sp modelId="{774FD3BE-2B15-4EBB-AB9A-B97C4A73F234}">
      <dsp:nvSpPr>
        <dsp:cNvPr id="0" name=""/>
        <dsp:cNvSpPr/>
      </dsp:nvSpPr>
      <dsp:spPr>
        <a:xfrm>
          <a:off x="8522822" y="2504889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13790" y="2504889"/>
        <a:ext cx="466810" cy="6386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77176-006B-438E-937F-F363D316375D}">
      <dsp:nvSpPr>
        <dsp:cNvPr id="0" name=""/>
        <dsp:cNvSpPr/>
      </dsp:nvSpPr>
      <dsp:spPr>
        <a:xfrm>
          <a:off x="0" y="0"/>
          <a:ext cx="8611711" cy="14370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Fase 1 (Meses 1–2)</a:t>
          </a:r>
          <a:br>
            <a:rPr lang="en-US" sz="1700" kern="1200" dirty="0"/>
          </a:br>
          <a:r>
            <a:rPr lang="en-US" sz="1700" kern="1200" dirty="0"/>
            <a:t>- </a:t>
          </a:r>
          <a:r>
            <a:rPr lang="en-US" sz="1700" kern="1200" dirty="0" err="1"/>
            <a:t>Arquitectura</a:t>
          </a:r>
          <a:r>
            <a:rPr lang="en-US" sz="1700" kern="1200" dirty="0"/>
            <a:t> </a:t>
          </a:r>
          <a:r>
            <a:rPr lang="en-US" sz="1700" kern="1200" dirty="0" err="1"/>
            <a:t>Supabase</a:t>
          </a:r>
          <a:r>
            <a:rPr lang="en-US" sz="1700" kern="1200" dirty="0"/>
            <a:t>, RLS y triggers.</a:t>
          </a:r>
          <a:br>
            <a:rPr lang="en-US" sz="1700" kern="1200" dirty="0"/>
          </a:br>
          <a:r>
            <a:rPr lang="en-US" sz="1700" kern="1200" dirty="0"/>
            <a:t>- Auth, </a:t>
          </a:r>
          <a:r>
            <a:rPr lang="en-US" sz="1700" kern="1200" dirty="0" err="1"/>
            <a:t>perfiles</a:t>
          </a:r>
          <a:r>
            <a:rPr lang="en-US" sz="1700" kern="1200" dirty="0"/>
            <a:t> y </a:t>
          </a:r>
          <a:r>
            <a:rPr lang="en-US" sz="1700" kern="1200" dirty="0" err="1"/>
            <a:t>navegación</a:t>
          </a:r>
          <a:r>
            <a:rPr lang="en-US" sz="1700" kern="1200" dirty="0"/>
            <a:t> (App.js con gating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sesión</a:t>
          </a:r>
          <a:r>
            <a:rPr lang="en-US" sz="1700" kern="1200" dirty="0"/>
            <a:t>).</a:t>
          </a:r>
          <a:br>
            <a:rPr lang="en-US" sz="1700" kern="1200" dirty="0"/>
          </a:br>
          <a:r>
            <a:rPr lang="en-US" sz="1700" kern="1200" dirty="0"/>
            <a:t>- Edge generate-plan (prompt + </a:t>
          </a:r>
          <a:r>
            <a:rPr lang="en-US" sz="1700" kern="1200" dirty="0" err="1"/>
            <a:t>normalizador</a:t>
          </a:r>
          <a:r>
            <a:rPr lang="en-US" sz="1700" kern="1200" dirty="0"/>
            <a:t> </a:t>
          </a:r>
          <a:r>
            <a:rPr lang="en-US" sz="1700" kern="1200" dirty="0" err="1"/>
            <a:t>weeklyBlocks</a:t>
          </a:r>
          <a:r>
            <a:rPr lang="en-US" sz="1700" kern="1200" dirty="0"/>
            <a:t>).</a:t>
          </a:r>
          <a:br>
            <a:rPr lang="en-US" sz="1700" kern="1200" dirty="0"/>
          </a:br>
          <a:endParaRPr lang="en-US" sz="1700" kern="1200" dirty="0"/>
        </a:p>
      </dsp:txBody>
      <dsp:txXfrm>
        <a:off x="42091" y="42091"/>
        <a:ext cx="7060987" cy="1352899"/>
      </dsp:txXfrm>
    </dsp:sp>
    <dsp:sp modelId="{6B7E9468-D488-4661-B4D1-897680F81779}">
      <dsp:nvSpPr>
        <dsp:cNvPr id="0" name=""/>
        <dsp:cNvSpPr/>
      </dsp:nvSpPr>
      <dsp:spPr>
        <a:xfrm>
          <a:off x="759856" y="1676594"/>
          <a:ext cx="8611711" cy="14370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Fase 2 (Meses 3–4)</a:t>
          </a:r>
          <a:br>
            <a:rPr lang="en-US" sz="1700" kern="1200"/>
          </a:br>
          <a:r>
            <a:rPr lang="en-US" sz="1700" kern="1200"/>
            <a:t>- save-plan (RPC activate_training_plan).</a:t>
          </a:r>
          <a:br>
            <a:rPr lang="en-US" sz="1700" kern="1200"/>
          </a:br>
          <a:r>
            <a:rPr lang="en-US" sz="1700" kern="1200"/>
            <a:t>- Pantallas: Survey, Plan (MVP), Detalle, View/Historial (con eliminar).</a:t>
          </a:r>
          <a:br>
            <a:rPr lang="en-US" sz="1700" kern="1200"/>
          </a:br>
          <a:r>
            <a:rPr lang="en-US" sz="1700" kern="1200"/>
            <a:t>- Logs de sesiones (upsert-session-log, get-session-logs).</a:t>
          </a:r>
          <a:br>
            <a:rPr lang="en-US" sz="1700" kern="1200"/>
          </a:br>
          <a:endParaRPr lang="en-US" sz="1700" kern="1200"/>
        </a:p>
      </dsp:txBody>
      <dsp:txXfrm>
        <a:off x="801947" y="1718685"/>
        <a:ext cx="6833569" cy="1352899"/>
      </dsp:txXfrm>
    </dsp:sp>
    <dsp:sp modelId="{9F006678-7B1E-4AF6-99A1-F31BD615EA9A}">
      <dsp:nvSpPr>
        <dsp:cNvPr id="0" name=""/>
        <dsp:cNvSpPr/>
      </dsp:nvSpPr>
      <dsp:spPr>
        <a:xfrm>
          <a:off x="1519713" y="3353189"/>
          <a:ext cx="8611711" cy="14370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Fase 3 (Meses 5–6)</a:t>
          </a:r>
          <a:br>
            <a:rPr lang="en-US" sz="1700" kern="1200"/>
          </a:br>
          <a:r>
            <a:rPr lang="en-US" sz="1700" kern="1200"/>
            <a:t>- Telemetría/observabilidad y validadores estrictos (Zod/Valibot).</a:t>
          </a:r>
          <a:br>
            <a:rPr lang="en-US" sz="1700" kern="1200"/>
          </a:br>
          <a:r>
            <a:rPr lang="en-US" sz="1700" kern="1200"/>
            <a:t>- Beta con clubes, pricing y landing.</a:t>
          </a:r>
          <a:br>
            <a:rPr lang="en-US" sz="1700" kern="1200"/>
          </a:br>
          <a:r>
            <a:rPr lang="en-US" sz="1700" kern="1200"/>
            <a:t>- Preparación B2B y multi‑deporte (Smart‑Coach).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Pilotos actuales (confirmado):</a:t>
          </a:r>
          <a:r>
            <a:rPr lang="en-US" sz="1300" kern="1200"/>
            <a:t> deportistas y entusiastas validando contenido.</a:t>
          </a:r>
        </a:p>
      </dsp:txBody>
      <dsp:txXfrm>
        <a:off x="1561804" y="3395280"/>
        <a:ext cx="6833569" cy="1352899"/>
      </dsp:txXfrm>
    </dsp:sp>
    <dsp:sp modelId="{5610B39C-D6EC-48B2-8886-84483BD9B9A1}">
      <dsp:nvSpPr>
        <dsp:cNvPr id="0" name=""/>
        <dsp:cNvSpPr/>
      </dsp:nvSpPr>
      <dsp:spPr>
        <a:xfrm>
          <a:off x="7677608" y="1089786"/>
          <a:ext cx="934102" cy="93410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887781" y="1089786"/>
        <a:ext cx="513756" cy="702912"/>
      </dsp:txXfrm>
    </dsp:sp>
    <dsp:sp modelId="{1E9F2094-967F-4142-904B-51629D1FBFF9}">
      <dsp:nvSpPr>
        <dsp:cNvPr id="0" name=""/>
        <dsp:cNvSpPr/>
      </dsp:nvSpPr>
      <dsp:spPr>
        <a:xfrm>
          <a:off x="8437465" y="2756800"/>
          <a:ext cx="934102" cy="93410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47638" y="2756800"/>
        <a:ext cx="513756" cy="7029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5448F-5407-45AC-AED1-8691497A09F5}">
      <dsp:nvSpPr>
        <dsp:cNvPr id="0" name=""/>
        <dsp:cNvSpPr/>
      </dsp:nvSpPr>
      <dsp:spPr>
        <a:xfrm>
          <a:off x="0" y="202595"/>
          <a:ext cx="10319385" cy="1171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899" tIns="249936" rIns="8008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0" i="0" kern="1200"/>
            <a:t>App funcional con IA integrada.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0" i="0" kern="1200"/>
            <a:t>Validación con usuarios reales (clubes).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0" i="0" kern="1200"/>
            <a:t>VAN positivo y TIR atractiva.</a:t>
          </a:r>
          <a:endParaRPr lang="en-US" sz="1800" kern="1200"/>
        </a:p>
      </dsp:txBody>
      <dsp:txXfrm>
        <a:off x="0" y="202595"/>
        <a:ext cx="10319385" cy="1171800"/>
      </dsp:txXfrm>
    </dsp:sp>
    <dsp:sp modelId="{3A9B8487-5C05-47E4-86E5-7A3B0EB857D4}">
      <dsp:nvSpPr>
        <dsp:cNvPr id="0" name=""/>
        <dsp:cNvSpPr/>
      </dsp:nvSpPr>
      <dsp:spPr>
        <a:xfrm>
          <a:off x="515969" y="25475"/>
          <a:ext cx="7223570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3034" tIns="0" rIns="2730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i="0" kern="1200"/>
            <a:t>Logros Esperados:</a:t>
          </a:r>
          <a:endParaRPr lang="en-US" sz="1800" kern="1200"/>
        </a:p>
      </dsp:txBody>
      <dsp:txXfrm>
        <a:off x="533262" y="42768"/>
        <a:ext cx="7188984" cy="319654"/>
      </dsp:txXfrm>
    </dsp:sp>
    <dsp:sp modelId="{5FAD7C20-E175-4B25-939A-F24E937F2520}">
      <dsp:nvSpPr>
        <dsp:cNvPr id="0" name=""/>
        <dsp:cNvSpPr/>
      </dsp:nvSpPr>
      <dsp:spPr>
        <a:xfrm>
          <a:off x="0" y="1616315"/>
          <a:ext cx="10319385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899" tIns="249936" rIns="8008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IA en español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Arquitectura </a:t>
          </a:r>
          <a:r>
            <a:rPr lang="en-US" sz="1800" b="1" i="0" kern="1200"/>
            <a:t>serverless con RLS</a:t>
          </a:r>
          <a:r>
            <a:rPr lang="en-US" sz="1800" b="0" i="0" kern="1200"/>
            <a:t>, </a:t>
          </a:r>
          <a:r>
            <a:rPr lang="en-US" sz="1800" b="1" i="0" kern="1200"/>
            <a:t>Edge Functions</a:t>
          </a:r>
          <a:r>
            <a:rPr lang="en-US" sz="1800" b="0" i="0" kern="1200"/>
            <a:t> modulares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 err="1"/>
            <a:t>Enfoque</a:t>
          </a:r>
          <a:r>
            <a:rPr lang="en-US" sz="1800" b="0" i="0" kern="1200" dirty="0"/>
            <a:t> </a:t>
          </a:r>
          <a:r>
            <a:rPr lang="en-US" sz="1800" b="0" i="0" kern="1200" dirty="0" err="1"/>
            <a:t>en</a:t>
          </a:r>
          <a:r>
            <a:rPr lang="en-US" sz="1800" b="0" i="0" kern="1200" dirty="0"/>
            <a:t> </a:t>
          </a:r>
          <a:r>
            <a:rPr lang="en-US" sz="1800" b="1" i="0" kern="1200" dirty="0" err="1"/>
            <a:t>seguridad</a:t>
          </a:r>
          <a:r>
            <a:rPr lang="en-US" sz="1800" b="1" i="0" kern="1200" dirty="0"/>
            <a:t> y </a:t>
          </a:r>
          <a:r>
            <a:rPr lang="en-US" sz="1800" b="1" i="0" kern="1200" dirty="0" err="1"/>
            <a:t>continuidad</a:t>
          </a:r>
          <a:r>
            <a:rPr lang="en-US" sz="1800" b="0" i="0" kern="1200" dirty="0"/>
            <a:t> (chips de </a:t>
          </a:r>
          <a:r>
            <a:rPr lang="en-US" sz="1800" b="0" i="0" kern="1200" dirty="0" err="1"/>
            <a:t>intensidades</a:t>
          </a:r>
          <a:r>
            <a:rPr lang="en-US" sz="1800" b="0" i="0" kern="1200" dirty="0"/>
            <a:t>/</a:t>
          </a:r>
          <a:r>
            <a:rPr lang="en-US" sz="1800" b="0" i="0" kern="1200" dirty="0" err="1"/>
            <a:t>objetivos</a:t>
          </a:r>
          <a:r>
            <a:rPr lang="en-US" sz="1800" b="0" i="0" kern="1200" dirty="0"/>
            <a:t>, logs y vista de </a:t>
          </a:r>
          <a:r>
            <a:rPr lang="en-US" sz="1800" b="0" i="0" kern="1200" dirty="0" err="1"/>
            <a:t>historial</a:t>
          </a:r>
          <a:r>
            <a:rPr lang="en-US" sz="1800" b="0" i="0" kern="1200" dirty="0"/>
            <a:t>).</a:t>
          </a:r>
          <a:br>
            <a:rPr lang="en-US" sz="1800" b="0" i="0" kern="1200" dirty="0"/>
          </a:br>
          <a:endParaRPr lang="en-US" sz="1800" kern="1200" dirty="0"/>
        </a:p>
      </dsp:txBody>
      <dsp:txXfrm>
        <a:off x="0" y="1616315"/>
        <a:ext cx="10319385" cy="1663200"/>
      </dsp:txXfrm>
    </dsp:sp>
    <dsp:sp modelId="{08A5326B-CD14-42AB-8867-821D903476C4}">
      <dsp:nvSpPr>
        <dsp:cNvPr id="0" name=""/>
        <dsp:cNvSpPr/>
      </dsp:nvSpPr>
      <dsp:spPr>
        <a:xfrm>
          <a:off x="515969" y="1439195"/>
          <a:ext cx="7223570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3034" tIns="0" rIns="2730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Diferenciadores</a:t>
          </a:r>
          <a:endParaRPr lang="en-US" sz="1800" kern="1200"/>
        </a:p>
      </dsp:txBody>
      <dsp:txXfrm>
        <a:off x="533262" y="1456488"/>
        <a:ext cx="7188984" cy="319654"/>
      </dsp:txXfrm>
    </dsp:sp>
    <dsp:sp modelId="{D51B3F91-18EA-4FDD-8068-C4BF0E79C62C}">
      <dsp:nvSpPr>
        <dsp:cNvPr id="0" name=""/>
        <dsp:cNvSpPr/>
      </dsp:nvSpPr>
      <dsp:spPr>
        <a:xfrm>
          <a:off x="0" y="3521435"/>
          <a:ext cx="10319385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899" tIns="249936" rIns="80089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Escalar pilotos, definir </a:t>
          </a:r>
          <a:r>
            <a:rPr lang="en-US" sz="1800" b="1" i="0" kern="1200"/>
            <a:t>precio base</a:t>
          </a:r>
          <a:r>
            <a:rPr lang="en-US" sz="1800" b="0" i="0" kern="1200"/>
            <a:t> (Opción B) y ejecutar </a:t>
          </a:r>
          <a:r>
            <a:rPr lang="en-US" sz="1800" b="1" i="0" kern="1200"/>
            <a:t>tests A/B</a:t>
          </a:r>
          <a:r>
            <a:rPr lang="en-US" sz="1800" b="0" i="0" kern="1200"/>
            <a:t> con A/C.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Optimizar costos con </a:t>
          </a:r>
          <a:r>
            <a:rPr lang="en-US" sz="1800" b="1" i="0" kern="1200"/>
            <a:t>Flash‑Lite</a:t>
          </a:r>
          <a:r>
            <a:rPr lang="en-US" sz="1800" b="0" i="0" kern="1200"/>
            <a:t> y prompts eficientes; añadir </a:t>
          </a:r>
          <a:r>
            <a:rPr lang="en-US" sz="1800" b="1" i="0" kern="1200"/>
            <a:t>cache</a:t>
          </a:r>
          <a:r>
            <a:rPr lang="en-US" sz="1800" b="0" i="0" kern="1200"/>
            <a:t> por surveyHash.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Integración con </a:t>
          </a:r>
          <a:r>
            <a:rPr lang="en-US" sz="1800" b="1" i="0" kern="1200"/>
            <a:t>wearables</a:t>
          </a:r>
          <a:r>
            <a:rPr lang="en-US" sz="1800" b="0" i="0" kern="1200"/>
            <a:t> y expansión a </a:t>
          </a:r>
          <a:r>
            <a:rPr lang="en-US" sz="1800" b="1" i="0" kern="1200"/>
            <a:t>Smart‑Coach</a:t>
          </a:r>
          <a:r>
            <a:rPr lang="en-US" sz="1800" b="0" i="0" kern="1200"/>
            <a:t> (multi‑deporte).</a:t>
          </a:r>
          <a:endParaRPr lang="en-US" sz="1800" kern="1200"/>
        </a:p>
      </dsp:txBody>
      <dsp:txXfrm>
        <a:off x="0" y="3521435"/>
        <a:ext cx="10319385" cy="1436400"/>
      </dsp:txXfrm>
    </dsp:sp>
    <dsp:sp modelId="{5784442A-65E5-41D5-A3F4-542CB2C841F5}">
      <dsp:nvSpPr>
        <dsp:cNvPr id="0" name=""/>
        <dsp:cNvSpPr/>
      </dsp:nvSpPr>
      <dsp:spPr>
        <a:xfrm>
          <a:off x="515969" y="3344315"/>
          <a:ext cx="7223570" cy="3542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3034" tIns="0" rIns="27303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Próximos pasos</a:t>
          </a:r>
          <a:endParaRPr lang="en-US" sz="1800" kern="1200"/>
        </a:p>
      </dsp:txBody>
      <dsp:txXfrm>
        <a:off x="533262" y="3361608"/>
        <a:ext cx="7188984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EAF9890B-3B98-ED3B-0830-C45DDBB4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>
            <a:extLst>
              <a:ext uri="{FF2B5EF4-FFF2-40B4-BE49-F238E27FC236}">
                <a16:creationId xmlns:a16="http://schemas.microsoft.com/office/drawing/2014/main" id="{9052B60A-FACC-C4AF-C384-7DAB2F5CF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10:notes">
            <a:extLst>
              <a:ext uri="{FF2B5EF4-FFF2-40B4-BE49-F238E27FC236}">
                <a16:creationId xmlns:a16="http://schemas.microsoft.com/office/drawing/2014/main" id="{A740FDEE-63AE-5EE9-07D9-E19F21966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474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3993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BC027244-EF17-9AFF-748A-99F1CEDB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id="{6746BCA9-BF68-36D5-804C-B39CD2941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4:notes">
            <a:extLst>
              <a:ext uri="{FF2B5EF4-FFF2-40B4-BE49-F238E27FC236}">
                <a16:creationId xmlns:a16="http://schemas.microsoft.com/office/drawing/2014/main" id="{E175B055-3E89-0556-D3E5-2799852C5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4197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3708E1D8-B51F-1D56-D0FC-C704D6D3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id="{A8DCCBB4-A6FF-8BA6-D1A3-921BDC27E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4:notes">
            <a:extLst>
              <a:ext uri="{FF2B5EF4-FFF2-40B4-BE49-F238E27FC236}">
                <a16:creationId xmlns:a16="http://schemas.microsoft.com/office/drawing/2014/main" id="{331C63B5-AAF8-D3F8-7B04-0566DAC53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2766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DB913252-4166-050D-5ADE-07ECEA27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id="{7FED0DF0-EC9F-6D2E-3818-39ECD140C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4:notes">
            <a:extLst>
              <a:ext uri="{FF2B5EF4-FFF2-40B4-BE49-F238E27FC236}">
                <a16:creationId xmlns:a16="http://schemas.microsoft.com/office/drawing/2014/main" id="{F12F6538-246A-2C36-D444-8B89DCF570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3616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577C8588-AB9F-2455-3403-7DEF922C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>
            <a:extLst>
              <a:ext uri="{FF2B5EF4-FFF2-40B4-BE49-F238E27FC236}">
                <a16:creationId xmlns:a16="http://schemas.microsoft.com/office/drawing/2014/main" id="{8F982BE3-F89C-1FF6-C798-903ECDCAA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4:notes">
            <a:extLst>
              <a:ext uri="{FF2B5EF4-FFF2-40B4-BE49-F238E27FC236}">
                <a16:creationId xmlns:a16="http://schemas.microsoft.com/office/drawing/2014/main" id="{9B1B9DFA-6803-55E5-027D-F7584AE36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780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9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9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2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4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9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352"/>
              </a:srgbClr>
            </a:outerShdw>
          </a:effectLst>
        </p:spPr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0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352"/>
              </a:srgbClr>
            </a:outerShdw>
          </a:effectLst>
        </p:spPr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1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s-CL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s-CL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2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3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3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s-CL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4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s-CL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4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5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5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6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7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g"/><Relationship Id="rId3" Type="http://schemas.openxmlformats.org/officeDocument/2006/relationships/image" Target="../media/image1.jpg"/><Relationship Id="rId7" Type="http://schemas.openxmlformats.org/officeDocument/2006/relationships/image" Target="../media/image6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1.jpg"/><Relationship Id="rId7" Type="http://schemas.openxmlformats.org/officeDocument/2006/relationships/image" Target="../media/image6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1.jpg"/><Relationship Id="rId7" Type="http://schemas.openxmlformats.org/officeDocument/2006/relationships/image" Target="../media/image6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jpg"/><Relationship Id="rId5" Type="http://schemas.openxmlformats.org/officeDocument/2006/relationships/image" Target="../media/image67.jp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1.jpg"/><Relationship Id="rId7" Type="http://schemas.openxmlformats.org/officeDocument/2006/relationships/image" Target="../media/image7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"/>
          <p:cNvPicPr preferRelativeResize="0"/>
          <p:nvPr/>
        </p:nvPicPr>
        <p:blipFill rotWithShape="1">
          <a:blip r:embed="rId4">
            <a:alphaModFix/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 txBox="1">
            <a:spLocks noGrp="1"/>
          </p:cNvSpPr>
          <p:nvPr>
            <p:ph type="ctrTitle"/>
          </p:nvPr>
        </p:nvSpPr>
        <p:spPr>
          <a:xfrm>
            <a:off x="0" y="431800"/>
            <a:ext cx="58275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s-CL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CAPSTONE </a:t>
            </a:r>
            <a:endParaRPr/>
          </a:p>
        </p:txBody>
      </p:sp>
      <p:sp>
        <p:nvSpPr>
          <p:cNvPr id="171" name="Google Shape;171;p1"/>
          <p:cNvSpPr/>
          <p:nvPr/>
        </p:nvSpPr>
        <p:spPr>
          <a:xfrm>
            <a:off x="5827529" y="660400"/>
            <a:ext cx="6381405" cy="6214533"/>
          </a:xfrm>
          <a:custGeom>
            <a:avLst/>
            <a:gdLst/>
            <a:ahLst/>
            <a:cxnLst/>
            <a:rect l="l" t="t" r="r" b="b"/>
            <a:pathLst>
              <a:path w="1333" h="1298" extrusionOk="0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lt1"/>
          </a:solidFill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35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5281603" y="104899"/>
            <a:ext cx="6896713" cy="6005491"/>
          </a:xfrm>
          <a:custGeom>
            <a:avLst/>
            <a:gdLst/>
            <a:ahLst/>
            <a:cxnLst/>
            <a:rect l="l" t="t" r="r" b="b"/>
            <a:pathLst>
              <a:path w="6896713" h="6005491" extrusionOk="0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56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1"/>
          <p:cNvGrpSpPr/>
          <p:nvPr/>
        </p:nvGrpSpPr>
        <p:grpSpPr>
          <a:xfrm>
            <a:off x="5516218" y="331504"/>
            <a:ext cx="6675782" cy="5276654"/>
            <a:chOff x="5516218" y="331504"/>
            <a:chExt cx="6675782" cy="5276654"/>
          </a:xfrm>
        </p:grpSpPr>
        <p:cxnSp>
          <p:nvCxnSpPr>
            <p:cNvPr id="174" name="Google Shape;174;p1"/>
            <p:cNvCxnSpPr/>
            <p:nvPr/>
          </p:nvCxnSpPr>
          <p:spPr>
            <a:xfrm flipH="1">
              <a:off x="9266830" y="33150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1"/>
            <p:cNvCxnSpPr/>
            <p:nvPr/>
          </p:nvCxnSpPr>
          <p:spPr>
            <a:xfrm rot="120000" flipH="1">
              <a:off x="9408861" y="33832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1"/>
            <p:cNvCxnSpPr/>
            <p:nvPr/>
          </p:nvCxnSpPr>
          <p:spPr>
            <a:xfrm rot="240000" flipH="1">
              <a:off x="9551700" y="34763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1"/>
            <p:cNvCxnSpPr/>
            <p:nvPr/>
          </p:nvCxnSpPr>
          <p:spPr>
            <a:xfrm rot="360000" flipH="1">
              <a:off x="9688748" y="36808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1"/>
            <p:cNvCxnSpPr/>
            <p:nvPr/>
          </p:nvCxnSpPr>
          <p:spPr>
            <a:xfrm rot="540000" flipH="1">
              <a:off x="9824866" y="38922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"/>
            <p:cNvCxnSpPr/>
            <p:nvPr/>
          </p:nvCxnSpPr>
          <p:spPr>
            <a:xfrm rot="660000" flipH="1">
              <a:off x="9966867" y="41754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"/>
            <p:cNvCxnSpPr/>
            <p:nvPr/>
          </p:nvCxnSpPr>
          <p:spPr>
            <a:xfrm rot="780000" flipH="1">
              <a:off x="10104425" y="44587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"/>
            <p:cNvCxnSpPr/>
            <p:nvPr/>
          </p:nvCxnSpPr>
          <p:spPr>
            <a:xfrm rot="900000" flipH="1">
              <a:off x="10240513" y="47948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"/>
            <p:cNvCxnSpPr/>
            <p:nvPr/>
          </p:nvCxnSpPr>
          <p:spPr>
            <a:xfrm rot="1080000" flipH="1">
              <a:off x="10373882" y="52435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1"/>
            <p:cNvCxnSpPr/>
            <p:nvPr/>
          </p:nvCxnSpPr>
          <p:spPr>
            <a:xfrm rot="1200000" flipH="1">
              <a:off x="10505632" y="57062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1"/>
            <p:cNvCxnSpPr/>
            <p:nvPr/>
          </p:nvCxnSpPr>
          <p:spPr>
            <a:xfrm rot="1320000" flipH="1">
              <a:off x="10637382" y="62134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1"/>
            <p:cNvCxnSpPr/>
            <p:nvPr/>
          </p:nvCxnSpPr>
          <p:spPr>
            <a:xfrm rot="1440000" flipH="1">
              <a:off x="10760965" y="69043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1"/>
            <p:cNvCxnSpPr/>
            <p:nvPr/>
          </p:nvCxnSpPr>
          <p:spPr>
            <a:xfrm rot="1620000" flipH="1">
              <a:off x="10888991" y="75509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1"/>
            <p:cNvCxnSpPr/>
            <p:nvPr/>
          </p:nvCxnSpPr>
          <p:spPr>
            <a:xfrm rot="1740000" flipH="1">
              <a:off x="11010193" y="81974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1"/>
            <p:cNvCxnSpPr/>
            <p:nvPr/>
          </p:nvCxnSpPr>
          <p:spPr>
            <a:xfrm rot="1860000" flipH="1">
              <a:off x="11129014" y="895662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1"/>
            <p:cNvCxnSpPr/>
            <p:nvPr/>
          </p:nvCxnSpPr>
          <p:spPr>
            <a:xfrm rot="1980000" flipH="1">
              <a:off x="11249872" y="96809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1"/>
            <p:cNvCxnSpPr/>
            <p:nvPr/>
          </p:nvCxnSpPr>
          <p:spPr>
            <a:xfrm rot="2160000" flipH="1">
              <a:off x="11366875" y="104808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1"/>
            <p:cNvCxnSpPr/>
            <p:nvPr/>
          </p:nvCxnSpPr>
          <p:spPr>
            <a:xfrm rot="2280000" flipH="1">
              <a:off x="11474058" y="113152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p1"/>
            <p:cNvCxnSpPr/>
            <p:nvPr/>
          </p:nvCxnSpPr>
          <p:spPr>
            <a:xfrm rot="2400000" flipH="1">
              <a:off x="11583303" y="122179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1"/>
            <p:cNvCxnSpPr/>
            <p:nvPr/>
          </p:nvCxnSpPr>
          <p:spPr>
            <a:xfrm rot="2520000" flipH="1">
              <a:off x="11685344" y="1321772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p1"/>
            <p:cNvCxnSpPr/>
            <p:nvPr/>
          </p:nvCxnSpPr>
          <p:spPr>
            <a:xfrm rot="2700000" flipH="1">
              <a:off x="11787704" y="141763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p1"/>
            <p:cNvCxnSpPr/>
            <p:nvPr/>
          </p:nvCxnSpPr>
          <p:spPr>
            <a:xfrm rot="2820000" flipH="1">
              <a:off x="11880859" y="151793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1"/>
            <p:cNvCxnSpPr/>
            <p:nvPr/>
          </p:nvCxnSpPr>
          <p:spPr>
            <a:xfrm rot="2940000" flipH="1">
              <a:off x="11969252" y="1627437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"/>
            <p:cNvCxnSpPr/>
            <p:nvPr/>
          </p:nvCxnSpPr>
          <p:spPr>
            <a:xfrm rot="3060000" flipH="1">
              <a:off x="12062016" y="173601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"/>
            <p:cNvCxnSpPr/>
            <p:nvPr/>
          </p:nvCxnSpPr>
          <p:spPr>
            <a:xfrm flipH="1">
              <a:off x="12074680" y="1910249"/>
              <a:ext cx="117320" cy="82912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"/>
            <p:cNvCxnSpPr/>
            <p:nvPr/>
          </p:nvCxnSpPr>
          <p:spPr>
            <a:xfrm flipH="1">
              <a:off x="12149943" y="2083594"/>
              <a:ext cx="39676" cy="21436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1"/>
            <p:cNvCxnSpPr/>
            <p:nvPr/>
          </p:nvCxnSpPr>
          <p:spPr>
            <a:xfrm rot="-180000" flipH="1">
              <a:off x="9127990" y="33425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1"/>
            <p:cNvCxnSpPr/>
            <p:nvPr/>
          </p:nvCxnSpPr>
          <p:spPr>
            <a:xfrm rot="-300000" flipH="1">
              <a:off x="8987576" y="33663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"/>
            <p:cNvCxnSpPr/>
            <p:nvPr/>
          </p:nvCxnSpPr>
          <p:spPr>
            <a:xfrm rot="-420000" flipH="1">
              <a:off x="8844859" y="35117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1"/>
            <p:cNvCxnSpPr/>
            <p:nvPr/>
          </p:nvCxnSpPr>
          <p:spPr>
            <a:xfrm rot="-540000" flipH="1">
              <a:off x="8706904" y="36571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1"/>
            <p:cNvCxnSpPr/>
            <p:nvPr/>
          </p:nvCxnSpPr>
          <p:spPr>
            <a:xfrm rot="-720000" flipH="1">
              <a:off x="8568008" y="38789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1"/>
            <p:cNvCxnSpPr/>
            <p:nvPr/>
          </p:nvCxnSpPr>
          <p:spPr>
            <a:xfrm rot="-840000" flipH="1">
              <a:off x="8429112" y="41006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1"/>
            <p:cNvCxnSpPr/>
            <p:nvPr/>
          </p:nvCxnSpPr>
          <p:spPr>
            <a:xfrm rot="-960000" flipH="1">
              <a:off x="8294968" y="44621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1"/>
            <p:cNvCxnSpPr/>
            <p:nvPr/>
          </p:nvCxnSpPr>
          <p:spPr>
            <a:xfrm rot="-1080000" flipH="1">
              <a:off x="8160824" y="48237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1"/>
            <p:cNvCxnSpPr/>
            <p:nvPr/>
          </p:nvCxnSpPr>
          <p:spPr>
            <a:xfrm rot="-1260000" flipH="1">
              <a:off x="8027689" y="53184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1"/>
            <p:cNvCxnSpPr/>
            <p:nvPr/>
          </p:nvCxnSpPr>
          <p:spPr>
            <a:xfrm rot="-1380000" flipH="1">
              <a:off x="7894554" y="58132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1"/>
            <p:cNvCxnSpPr/>
            <p:nvPr/>
          </p:nvCxnSpPr>
          <p:spPr>
            <a:xfrm rot="-1500000" flipH="1">
              <a:off x="7761419" y="63079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1"/>
            <p:cNvCxnSpPr/>
            <p:nvPr/>
          </p:nvCxnSpPr>
          <p:spPr>
            <a:xfrm rot="-1620000" flipH="1">
              <a:off x="7636645" y="68980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1"/>
            <p:cNvCxnSpPr/>
            <p:nvPr/>
          </p:nvCxnSpPr>
          <p:spPr>
            <a:xfrm rot="-1800000" flipH="1">
              <a:off x="7511871" y="75119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1"/>
            <p:cNvCxnSpPr/>
            <p:nvPr/>
          </p:nvCxnSpPr>
          <p:spPr>
            <a:xfrm rot="-1920000" flipH="1">
              <a:off x="7387899" y="81977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1"/>
            <p:cNvCxnSpPr/>
            <p:nvPr/>
          </p:nvCxnSpPr>
          <p:spPr>
            <a:xfrm rot="-2040000" flipH="1">
              <a:off x="7268530" y="89316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1"/>
            <p:cNvCxnSpPr/>
            <p:nvPr/>
          </p:nvCxnSpPr>
          <p:spPr>
            <a:xfrm rot="-2160000" flipH="1">
              <a:off x="7152030" y="97658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1"/>
            <p:cNvCxnSpPr/>
            <p:nvPr/>
          </p:nvCxnSpPr>
          <p:spPr>
            <a:xfrm rot="-2340000" flipH="1">
              <a:off x="7041695" y="106002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1"/>
            <p:cNvCxnSpPr/>
            <p:nvPr/>
          </p:nvCxnSpPr>
          <p:spPr>
            <a:xfrm rot="-2460000" flipH="1">
              <a:off x="6931360" y="114346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1"/>
            <p:cNvCxnSpPr/>
            <p:nvPr/>
          </p:nvCxnSpPr>
          <p:spPr>
            <a:xfrm rot="-2580000" flipH="1">
              <a:off x="6819070" y="123586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1"/>
            <p:cNvCxnSpPr/>
            <p:nvPr/>
          </p:nvCxnSpPr>
          <p:spPr>
            <a:xfrm rot="-2700000" flipH="1">
              <a:off x="6721359" y="133274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1"/>
            <p:cNvCxnSpPr/>
            <p:nvPr/>
          </p:nvCxnSpPr>
          <p:spPr>
            <a:xfrm rot="-2880000" flipH="1">
              <a:off x="6617467" y="142942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1"/>
            <p:cNvCxnSpPr/>
            <p:nvPr/>
          </p:nvCxnSpPr>
          <p:spPr>
            <a:xfrm rot="-3000000" flipH="1">
              <a:off x="6520032" y="152728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1"/>
            <p:cNvCxnSpPr/>
            <p:nvPr/>
          </p:nvCxnSpPr>
          <p:spPr>
            <a:xfrm rot="-3120000" flipH="1">
              <a:off x="6429579" y="164161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1"/>
            <p:cNvCxnSpPr/>
            <p:nvPr/>
          </p:nvCxnSpPr>
          <p:spPr>
            <a:xfrm rot="-3240000" flipH="1">
              <a:off x="6340532" y="175042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1"/>
            <p:cNvCxnSpPr/>
            <p:nvPr/>
          </p:nvCxnSpPr>
          <p:spPr>
            <a:xfrm rot="-3420000" flipH="1">
              <a:off x="6261757" y="186017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5" name="Google Shape;225;p1"/>
            <p:cNvCxnSpPr/>
            <p:nvPr/>
          </p:nvCxnSpPr>
          <p:spPr>
            <a:xfrm rot="-3540000" flipH="1">
              <a:off x="6184144" y="197961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6" name="Google Shape;226;p1"/>
            <p:cNvCxnSpPr/>
            <p:nvPr/>
          </p:nvCxnSpPr>
          <p:spPr>
            <a:xfrm rot="-3660000" flipH="1">
              <a:off x="6106531" y="209906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" name="Google Shape;227;p1"/>
            <p:cNvCxnSpPr/>
            <p:nvPr/>
          </p:nvCxnSpPr>
          <p:spPr>
            <a:xfrm rot="-3780000" flipH="1">
              <a:off x="6043206" y="222255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"/>
            <p:cNvCxnSpPr/>
            <p:nvPr/>
          </p:nvCxnSpPr>
          <p:spPr>
            <a:xfrm rot="-3960000" flipH="1">
              <a:off x="5978913" y="234430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"/>
            <p:cNvCxnSpPr/>
            <p:nvPr/>
          </p:nvCxnSpPr>
          <p:spPr>
            <a:xfrm rot="-4080000" flipH="1">
              <a:off x="5912438" y="247067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"/>
            <p:cNvCxnSpPr/>
            <p:nvPr/>
          </p:nvCxnSpPr>
          <p:spPr>
            <a:xfrm rot="-4200000" flipH="1">
              <a:off x="5858875" y="2600922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"/>
            <p:cNvCxnSpPr/>
            <p:nvPr/>
          </p:nvCxnSpPr>
          <p:spPr>
            <a:xfrm rot="-4320000" flipH="1">
              <a:off x="5808182" y="273404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"/>
            <p:cNvCxnSpPr/>
            <p:nvPr/>
          </p:nvCxnSpPr>
          <p:spPr>
            <a:xfrm rot="-4500000" flipH="1">
              <a:off x="5773263" y="286686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"/>
            <p:cNvCxnSpPr/>
            <p:nvPr/>
          </p:nvCxnSpPr>
          <p:spPr>
            <a:xfrm rot="-4620000" flipH="1">
              <a:off x="5735963" y="300206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p1"/>
            <p:cNvCxnSpPr/>
            <p:nvPr/>
          </p:nvCxnSpPr>
          <p:spPr>
            <a:xfrm rot="-4740000" flipH="1">
              <a:off x="5700105" y="313891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5" name="Google Shape;235;p1"/>
            <p:cNvCxnSpPr/>
            <p:nvPr/>
          </p:nvCxnSpPr>
          <p:spPr>
            <a:xfrm rot="-4860000" flipH="1">
              <a:off x="5665939" y="3275489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"/>
            <p:cNvCxnSpPr/>
            <p:nvPr/>
          </p:nvCxnSpPr>
          <p:spPr>
            <a:xfrm rot="-5040000" flipH="1">
              <a:off x="5644476" y="341425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"/>
            <p:cNvCxnSpPr/>
            <p:nvPr/>
          </p:nvCxnSpPr>
          <p:spPr>
            <a:xfrm rot="-5160000" flipH="1">
              <a:off x="5626530" y="355462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1"/>
            <p:cNvCxnSpPr/>
            <p:nvPr/>
          </p:nvCxnSpPr>
          <p:spPr>
            <a:xfrm rot="-5280000" flipH="1">
              <a:off x="5616429" y="3691831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1"/>
            <p:cNvCxnSpPr/>
            <p:nvPr/>
          </p:nvCxnSpPr>
          <p:spPr>
            <a:xfrm rot="-5400000" flipH="1">
              <a:off x="5611319" y="383537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1"/>
            <p:cNvCxnSpPr/>
            <p:nvPr/>
          </p:nvCxnSpPr>
          <p:spPr>
            <a:xfrm rot="-5580000" flipH="1">
              <a:off x="5608540" y="3975726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1"/>
            <p:cNvCxnSpPr/>
            <p:nvPr/>
          </p:nvCxnSpPr>
          <p:spPr>
            <a:xfrm rot="-5700000" flipH="1">
              <a:off x="5605761" y="411607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1"/>
            <p:cNvCxnSpPr/>
            <p:nvPr/>
          </p:nvCxnSpPr>
          <p:spPr>
            <a:xfrm rot="-5820000" flipH="1">
              <a:off x="5624195" y="425421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1"/>
            <p:cNvCxnSpPr/>
            <p:nvPr/>
          </p:nvCxnSpPr>
          <p:spPr>
            <a:xfrm rot="-5940000" flipH="1">
              <a:off x="5642629" y="439235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1"/>
            <p:cNvCxnSpPr/>
            <p:nvPr/>
          </p:nvCxnSpPr>
          <p:spPr>
            <a:xfrm rot="-6120000" flipH="1">
              <a:off x="5654818" y="4536385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1"/>
            <p:cNvCxnSpPr/>
            <p:nvPr/>
          </p:nvCxnSpPr>
          <p:spPr>
            <a:xfrm rot="-6240000" flipH="1">
              <a:off x="5684446" y="4671367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1"/>
            <p:cNvCxnSpPr/>
            <p:nvPr/>
          </p:nvCxnSpPr>
          <p:spPr>
            <a:xfrm rot="-6360000" flipH="1">
              <a:off x="5714074" y="4808730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1"/>
            <p:cNvCxnSpPr/>
            <p:nvPr/>
          </p:nvCxnSpPr>
          <p:spPr>
            <a:xfrm rot="-6480000" flipH="1">
              <a:off x="5748464" y="4948474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1"/>
            <p:cNvCxnSpPr/>
            <p:nvPr/>
          </p:nvCxnSpPr>
          <p:spPr>
            <a:xfrm rot="-6660000" flipH="1">
              <a:off x="5792091" y="5077607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1"/>
            <p:cNvCxnSpPr/>
            <p:nvPr/>
          </p:nvCxnSpPr>
          <p:spPr>
            <a:xfrm rot="-6780000" flipH="1">
              <a:off x="5847441" y="521122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1"/>
            <p:cNvCxnSpPr/>
            <p:nvPr/>
          </p:nvCxnSpPr>
          <p:spPr>
            <a:xfrm rot="-6900000" flipH="1">
              <a:off x="5900410" y="5342458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1"/>
            <p:cNvCxnSpPr/>
            <p:nvPr/>
          </p:nvCxnSpPr>
          <p:spPr>
            <a:xfrm rot="-7020000" flipH="1">
              <a:off x="5955760" y="5473693"/>
              <a:ext cx="3394" cy="182880"/>
            </a:xfrm>
            <a:prstGeom prst="straightConnector1">
              <a:avLst/>
            </a:prstGeom>
            <a:noFill/>
            <a:ln w="9525" cap="rnd" cmpd="sng">
              <a:solidFill>
                <a:srgbClr val="FFFFFF">
                  <a:alpha val="2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52" name="Google Shape;25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4679" y="3629553"/>
            <a:ext cx="5124328" cy="819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"/>
          <p:cNvSpPr txBox="1"/>
          <p:nvPr/>
        </p:nvSpPr>
        <p:spPr>
          <a:xfrm>
            <a:off x="-67325" y="3429000"/>
            <a:ext cx="6030600" cy="311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	</a:t>
            </a:r>
            <a:br>
              <a:rPr lang="es-CL" sz="3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L" sz="3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				JORGE MERINO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				PATRICIO LAGOS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s-CL" sz="3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				CARLOS ARRIAGADA</a:t>
            </a:r>
            <a:endParaRPr sz="1600" b="1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D2EE9-6C1C-64D8-CC3D-5F1DFAFC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3489"/>
            <a:ext cx="10131425" cy="1456267"/>
          </a:xfrm>
        </p:spPr>
        <p:txBody>
          <a:bodyPr/>
          <a:lstStyle/>
          <a:p>
            <a:r>
              <a:rPr lang="es-MX" sz="4800" dirty="0">
                <a:solidFill>
                  <a:srgbClr val="FFFFFF"/>
                </a:solidFill>
                <a:latin typeface="Arial"/>
                <a:cs typeface="Arial"/>
              </a:rPr>
              <a:t>Contenido</a:t>
            </a:r>
            <a:endParaRPr lang="es-CL" sz="48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27743E-CEE5-CB14-F4F3-19C92437B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653703"/>
            <a:ext cx="10131425" cy="478600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Clr>
                <a:srgbClr val="FFFFFF"/>
              </a:buClr>
              <a:buSzPts val="2000"/>
              <a:buNone/>
            </a:pP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Introducción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Situación Actual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Problema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Objetivos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Alternativas de Solución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Alternativa Escogida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Indicadores Económicos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Implementación</a:t>
            </a:r>
            <a:b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r>
              <a:rPr lang="es-CL" sz="2800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• Conclusiones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489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E4865-7C80-3CBD-26B4-B6E16089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Introducción</a:t>
            </a:r>
            <a:endParaRPr lang="es-CL" dirty="0"/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93C23CD1-C52B-F36A-0A28-F48A4CB56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285813"/>
              </p:ext>
            </p:extLst>
          </p:nvPr>
        </p:nvGraphicFramePr>
        <p:xfrm>
          <a:off x="685801" y="1895856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083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6D11-3CCA-FF1F-49EF-75C64977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1350A-D628-7733-74BB-35449F00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Introducción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C18FEDB-F042-E7C3-6C7C-980FCAE8E84B}"/>
              </a:ext>
            </a:extLst>
          </p:cNvPr>
          <p:cNvSpPr/>
          <p:nvPr/>
        </p:nvSpPr>
        <p:spPr>
          <a:xfrm>
            <a:off x="870147" y="3029171"/>
            <a:ext cx="10451705" cy="1305763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/>
              <a:t>		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Propuesta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de valor</a:t>
            </a:r>
            <a:b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</a:b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		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-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Personalización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por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edad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, 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experiencia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, 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objetivos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, días,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minutos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/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sesión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.</a:t>
            </a:r>
            <a:b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</a:b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		-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Objetivos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e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intensidades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visibles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por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semana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/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sesión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(chips).</a:t>
            </a:r>
            <a:b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</a:b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		-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Trazabilidad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: </a:t>
            </a:r>
            <a:r>
              <a:rPr lang="en-US" sz="1900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registro</a:t>
            </a:r>
            <a:r>
              <a:rPr lang="en-US" sz="19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de </a:t>
            </a:r>
            <a:r>
              <a:rPr lang="en-US" sz="1900" b="1" kern="12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sesiones</a:t>
            </a:r>
            <a:r>
              <a:rPr lang="en-US" sz="1900" b="1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/>
              </a:rPr>
              <a:t> y feedback.</a:t>
            </a:r>
            <a:endParaRPr lang="es-CL" sz="19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</a:endParaRPr>
          </a:p>
          <a:p>
            <a:endParaRPr lang="es-CL" dirty="0"/>
          </a:p>
        </p:txBody>
      </p:sp>
      <p:pic>
        <p:nvPicPr>
          <p:cNvPr id="7" name="Gráfico 6" descr="Teacher">
            <a:extLst>
              <a:ext uri="{FF2B5EF4-FFF2-40B4-BE49-F238E27FC236}">
                <a16:creationId xmlns:a16="http://schemas.microsoft.com/office/drawing/2014/main" id="{718674D4-C79C-91DB-D1DB-8E1960B99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892" y="32248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80F4-3249-C515-1037-25420150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5471D-4887-A3B8-BE52-CA9D612D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pPr marL="114300"/>
            <a:r>
              <a:rPr lang="en-US" b="1" dirty="0" err="1"/>
              <a:t>Tecnología</a:t>
            </a:r>
            <a:r>
              <a:rPr lang="en-US" b="1" dirty="0"/>
              <a:t> clave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16BD2652-C37D-8093-3F63-938940FB03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499176"/>
              </p:ext>
            </p:extLst>
          </p:nvPr>
        </p:nvGraphicFramePr>
        <p:xfrm>
          <a:off x="685801" y="2256367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918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16048-2EE3-2825-10E2-D6598197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EFE6E-C2F0-678C-3C1C-01D18393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Situación Actual</a:t>
            </a:r>
            <a:endParaRPr lang="es-CL" dirty="0"/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29E2B9B2-DAD1-3428-6B2F-004D8D06B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1529109"/>
              </p:ext>
            </p:extLst>
          </p:nvPr>
        </p:nvGraphicFramePr>
        <p:xfrm>
          <a:off x="330741" y="1935804"/>
          <a:ext cx="11449456" cy="4673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945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F731-5803-9DA1-1662-8F6FB717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74E29-73E7-6FBE-1D94-AC81C08A5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Problema</a:t>
            </a:r>
            <a:endParaRPr lang="es-CL" dirty="0"/>
          </a:p>
        </p:txBody>
      </p:sp>
      <p:graphicFrame>
        <p:nvGraphicFramePr>
          <p:cNvPr id="7" name="Marcador de texto 2">
            <a:extLst>
              <a:ext uri="{FF2B5EF4-FFF2-40B4-BE49-F238E27FC236}">
                <a16:creationId xmlns:a16="http://schemas.microsoft.com/office/drawing/2014/main" id="{E86F7E0F-D792-AD3C-2BD7-14BA229F29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895199"/>
              </p:ext>
            </p:extLst>
          </p:nvPr>
        </p:nvGraphicFramePr>
        <p:xfrm>
          <a:off x="685800" y="1433407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0686-3899-2340-E6A1-64F2EF64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88770-5955-08C8-7204-78E3C992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Objetivos</a:t>
            </a:r>
            <a:endParaRPr lang="es-CL" dirty="0"/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758F52E8-58F1-DB51-AD25-CABCCF858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7774456"/>
              </p:ext>
            </p:extLst>
          </p:nvPr>
        </p:nvGraphicFramePr>
        <p:xfrm>
          <a:off x="685801" y="1857983"/>
          <a:ext cx="10131425" cy="463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8310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2F4F-EE33-2F18-0CF4-DEA2E7A5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415B0-022D-9B59-CABF-133F3AC2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Alternativas de Solución</a:t>
            </a:r>
            <a:endParaRPr lang="es-CL" dirty="0"/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703456D9-BD78-4C9F-CC66-021F25E9E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732339"/>
              </p:ext>
            </p:extLst>
          </p:nvPr>
        </p:nvGraphicFramePr>
        <p:xfrm>
          <a:off x="685801" y="2256367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802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34EE-2832-7ACF-01A3-AE3B36CF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51A97-5DA2-0DC7-BDE6-E6514A17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Alternativa Escogida</a:t>
            </a:r>
            <a:endParaRPr lang="es-CL" dirty="0"/>
          </a:p>
        </p:txBody>
      </p:sp>
      <p:graphicFrame>
        <p:nvGraphicFramePr>
          <p:cNvPr id="7" name="Marcador de texto 2">
            <a:extLst>
              <a:ext uri="{FF2B5EF4-FFF2-40B4-BE49-F238E27FC236}">
                <a16:creationId xmlns:a16="http://schemas.microsoft.com/office/drawing/2014/main" id="{EA921427-58E2-DA6F-85C8-3167F4A92C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014701"/>
              </p:ext>
            </p:extLst>
          </p:nvPr>
        </p:nvGraphicFramePr>
        <p:xfrm>
          <a:off x="436880" y="1778000"/>
          <a:ext cx="11308079" cy="4830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4730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D97FE100-E27A-7FB8-F78F-E06447DF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">
            <a:extLst>
              <a:ext uri="{FF2B5EF4-FFF2-40B4-BE49-F238E27FC236}">
                <a16:creationId xmlns:a16="http://schemas.microsoft.com/office/drawing/2014/main" id="{0BE1F12A-0E26-B13E-8B66-A6EC2F7DEB85}"/>
              </a:ext>
            </a:extLst>
          </p:cNvPr>
          <p:cNvSpPr txBox="1"/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DE LA SOLUCIÓN</a:t>
            </a: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4DB284EA-39DB-F993-217F-B2A63D0F0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2041"/>
            <a:ext cx="12192000" cy="553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46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181F-88FB-BB7B-D90D-ECCA2AA9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9FD1A-6550-D85C-C863-BAA9CC7B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Indicadores Económicos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8666B3-C6D4-63C0-4483-BF2D3EB4D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FF628E5-EE37-DC30-160C-B1F3F7FB3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066824"/>
              </p:ext>
            </p:extLst>
          </p:nvPr>
        </p:nvGraphicFramePr>
        <p:xfrm>
          <a:off x="685800" y="2141538"/>
          <a:ext cx="10131425" cy="28803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761770">
                  <a:extLst>
                    <a:ext uri="{9D8B030D-6E8A-4147-A177-3AD203B41FA5}">
                      <a16:colId xmlns:a16="http://schemas.microsoft.com/office/drawing/2014/main" val="3925867342"/>
                    </a:ext>
                  </a:extLst>
                </a:gridCol>
                <a:gridCol w="5369655">
                  <a:extLst>
                    <a:ext uri="{9D8B030D-6E8A-4147-A177-3AD203B41FA5}">
                      <a16:colId xmlns:a16="http://schemas.microsoft.com/office/drawing/2014/main" val="1790399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CL" sz="2400" b="1">
                          <a:effectLst/>
                        </a:rPr>
                        <a:t>Indicador</a:t>
                      </a:r>
                      <a:endParaRPr lang="es-CL" sz="2400" b="1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s-CL" sz="2400" b="1" dirty="0">
                          <a:effectLst/>
                        </a:rPr>
                        <a:t>Valor</a:t>
                      </a:r>
                      <a:endParaRPr lang="es-CL" sz="2400" b="1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76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Inversión Inicial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$50,000 USD</a:t>
                      </a:r>
                      <a:endParaRPr lang="es-CL" sz="2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9398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VAN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$21,320 USD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3679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TIR</a:t>
                      </a:r>
                      <a:endParaRPr lang="es-CL" sz="24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25%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67698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Tasa de Descuento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12%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4377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Payback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2.4 años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2903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>
                          <a:effectLst/>
                        </a:rPr>
                        <a:t>Horizonte (inferido)</a:t>
                      </a:r>
                      <a:endParaRPr lang="es-CL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s-CL" sz="2400" b="0" dirty="0">
                          <a:effectLst/>
                        </a:rPr>
                        <a:t>4-5 años</a:t>
                      </a:r>
                      <a:endParaRPr lang="es-CL" sz="2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407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405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 flipH="1">
            <a:off x="0" y="-2"/>
            <a:ext cx="4125976" cy="6858002"/>
          </a:xfrm>
          <a:custGeom>
            <a:avLst/>
            <a:gdLst/>
            <a:ahLst/>
            <a:cxnLst/>
            <a:rect l="l" t="t" r="r" b="b"/>
            <a:pathLst>
              <a:path w="4125976" h="6858002" extrusionOk="0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 txBox="1">
            <a:spLocks noGrp="1"/>
          </p:cNvSpPr>
          <p:nvPr>
            <p:ph type="title"/>
          </p:nvPr>
        </p:nvSpPr>
        <p:spPr>
          <a:xfrm>
            <a:off x="236157" y="731956"/>
            <a:ext cx="3889819" cy="4995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COMPARATIVA DE INVERSIÓN Y MEJORA</a:t>
            </a:r>
            <a:br>
              <a:rPr lang="es-CL"/>
            </a:b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63" name="Google Shape;363;p8"/>
          <p:cNvGraphicFramePr/>
          <p:nvPr/>
        </p:nvGraphicFramePr>
        <p:xfrm>
          <a:off x="4343401" y="1512916"/>
          <a:ext cx="7510575" cy="3267240"/>
        </p:xfrm>
        <a:graphic>
          <a:graphicData uri="http://schemas.openxmlformats.org/drawingml/2006/table">
            <a:tbl>
              <a:tblPr>
                <a:noFill/>
                <a:tableStyleId>{935571FF-6241-4D92-8A2D-140817A06EC1}</a:tableStyleId>
              </a:tblPr>
              <a:tblGrid>
                <a:gridCol w="139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7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Inversión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VAN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TIR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Payback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Usuarios Año 1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000" b="1" u="none" strike="noStrike" cap="none"/>
                        <a:t>Riesgo</a:t>
                      </a:r>
                      <a:endParaRPr sz="12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$25,700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-$8,250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8.5%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2.8 años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500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Alto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$50,000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+$15,280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22.5%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2.4 años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1,500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Medio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$75,000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+$28,500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31.2%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2.1 años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3,000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strike="noStrike" cap="none"/>
                        <a:t>Bajo</a:t>
                      </a:r>
                      <a:endParaRPr sz="1400" u="none" strike="noStrike" cap="none"/>
                    </a:p>
                  </a:txBody>
                  <a:tcPr marL="58550" marR="58550" marT="58550" marB="585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91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DDAC-DEC6-E4B3-DA33-345D53F4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E149C-0157-4FA2-3C4C-81705A1D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Flujo de Caja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55A47-60FC-2ED9-1606-E273AD16C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3851B09-6692-D72B-02C3-206279DDE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571514"/>
              </p:ext>
            </p:extLst>
          </p:nvPr>
        </p:nvGraphicFramePr>
        <p:xfrm>
          <a:off x="685800" y="2686209"/>
          <a:ext cx="10131425" cy="25603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26285">
                  <a:extLst>
                    <a:ext uri="{9D8B030D-6E8A-4147-A177-3AD203B41FA5}">
                      <a16:colId xmlns:a16="http://schemas.microsoft.com/office/drawing/2014/main" val="2712332594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698300163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501278005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92561953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1183553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Año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Ingresos estimados (USD)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Costos operativos (USD)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Flujo Neto Anual (USD)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/>
                        <a:t>Flujo Acumulado (USD)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60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−50,000</a:t>
                      </a:r>
                      <a:r>
                        <a:rPr lang="es-CL"/>
                        <a:t> (inversión inicial)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−50,000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−50,000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74708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1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/>
                        <a:t>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8,000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+12,000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−38,000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71871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2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30,000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8,000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+22,000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−16,000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63259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3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40,000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8,000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+32,000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+16,000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6001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4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8,000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+42,000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+58,000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2421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5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55,000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8,000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+47,000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/>
                        <a:t>+105,000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0801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610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533B-9810-1341-9D16-30FF16A4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6CC9B-F85D-5E35-DC92-88F6BBEB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s-CL" b="1"/>
              <a:t>Indicadores Económicos</a:t>
            </a:r>
            <a:endParaRPr lang="es-CL" dirty="0"/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4DB56595-7B93-9EA3-3E72-DE8F16432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7994232"/>
              </p:ext>
            </p:extLst>
          </p:nvPr>
        </p:nvGraphicFramePr>
        <p:xfrm>
          <a:off x="685801" y="2256367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93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26F0-4C66-44A6-BA12-744D1A12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F845B-2E15-D8CE-A657-9896B34C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wrap="square" anchor="ctr">
            <a:normAutofit/>
          </a:bodyPr>
          <a:lstStyle/>
          <a:p>
            <a:r>
              <a:rPr lang="en-US" b="1" dirty="0"/>
              <a:t>Modelo </a:t>
            </a:r>
            <a:r>
              <a:rPr lang="en-US" b="1" dirty="0" err="1"/>
              <a:t>comercial</a:t>
            </a:r>
            <a:r>
              <a:rPr lang="en-US" b="1" dirty="0"/>
              <a:t> (</a:t>
            </a:r>
            <a:r>
              <a:rPr lang="en-US" b="1" dirty="0" err="1"/>
              <a:t>esquema</a:t>
            </a:r>
            <a:r>
              <a:rPr lang="en-US" b="1" dirty="0"/>
              <a:t> con 3 </a:t>
            </a:r>
            <a:r>
              <a:rPr lang="en-US" b="1" dirty="0" err="1"/>
              <a:t>opciones</a:t>
            </a:r>
            <a:r>
              <a:rPr lang="en-US" b="1" dirty="0"/>
              <a:t>)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2FBAC73A-7F3B-C4FE-33EB-F69875EB04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984348"/>
              </p:ext>
            </p:extLst>
          </p:nvPr>
        </p:nvGraphicFramePr>
        <p:xfrm>
          <a:off x="685801" y="2256367"/>
          <a:ext cx="101314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4634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79C65-3006-3024-3B76-9AEB443E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897FF-E248-E995-BBF3-B1AD5400E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Indicadores Económicos</a:t>
            </a:r>
            <a:endParaRPr lang="es-CL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283767F-3643-102C-AAE1-025C5C7B0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472108"/>
              </p:ext>
            </p:extLst>
          </p:nvPr>
        </p:nvGraphicFramePr>
        <p:xfrm>
          <a:off x="418289" y="2256817"/>
          <a:ext cx="11430000" cy="326849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0135792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6952547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71530096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0522053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57236486"/>
                    </a:ext>
                  </a:extLst>
                </a:gridCol>
              </a:tblGrid>
              <a:tr h="1153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b="1"/>
                        <a:t>Escenario (tokens/generación)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Gemini 2.5-Flash (IA)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Gemini 2.5-Flash-Lite (IA)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/>
                        <a:t>Total mensual Flash (IA + Supabase $25 + Expo $0)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Total </a:t>
                      </a:r>
                      <a:r>
                        <a:rPr lang="pt-BR" b="1" dirty="0" err="1"/>
                        <a:t>mensual</a:t>
                      </a:r>
                      <a:r>
                        <a:rPr lang="pt-BR" b="1" dirty="0"/>
                        <a:t> Flash-Lite (IA + </a:t>
                      </a:r>
                      <a:r>
                        <a:rPr lang="pt-BR" b="1" dirty="0" err="1"/>
                        <a:t>Supabase</a:t>
                      </a:r>
                      <a:r>
                        <a:rPr lang="pt-BR" b="1" dirty="0"/>
                        <a:t> $25 + Expo $0)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71180"/>
                  </a:ext>
                </a:extLst>
              </a:tr>
              <a:tr h="817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Lean (600 in / 1,200 out)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$13.78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$2.34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$38.78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/>
                        <a:t>$27.34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32861912"/>
                  </a:ext>
                </a:extLst>
              </a:tr>
              <a:tr h="4806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b="1"/>
                        <a:t>Típico (1,000 / 2,000)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$22.97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$3.90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$47.97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$28.90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0132141"/>
                  </a:ext>
                </a:extLst>
              </a:tr>
              <a:tr h="817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b="1"/>
                        <a:t>Verbose (2,000 / 4,000)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dirty="0"/>
                        <a:t>$45.93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/>
                        <a:t>$7.80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/>
                        <a:t>$70.93</a:t>
                      </a:r>
                      <a:endParaRPr lang="es-CL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b="1" dirty="0"/>
                        <a:t>$32.80</a:t>
                      </a:r>
                      <a:endParaRPr lang="es-CL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1182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53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262D-67FE-07F9-EDCA-B7D544EF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06AF5-E338-8990-05BA-E7BDAA18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117600"/>
          </a:xfrm>
        </p:spPr>
        <p:txBody>
          <a:bodyPr wrap="square" anchor="ctr">
            <a:normAutofit/>
          </a:bodyPr>
          <a:lstStyle/>
          <a:p>
            <a:r>
              <a:rPr lang="es-CL" b="1" dirty="0"/>
              <a:t>Implementación</a:t>
            </a:r>
            <a:endParaRPr lang="es-CL" dirty="0"/>
          </a:p>
        </p:txBody>
      </p:sp>
      <p:graphicFrame>
        <p:nvGraphicFramePr>
          <p:cNvPr id="7" name="Marcador de texto 2">
            <a:extLst>
              <a:ext uri="{FF2B5EF4-FFF2-40B4-BE49-F238E27FC236}">
                <a16:creationId xmlns:a16="http://schemas.microsoft.com/office/drawing/2014/main" id="{200E71E6-194C-6807-3A6A-9DCC65B98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220744"/>
              </p:ext>
            </p:extLst>
          </p:nvPr>
        </p:nvGraphicFramePr>
        <p:xfrm>
          <a:off x="685801" y="1818640"/>
          <a:ext cx="10131425" cy="4790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371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"/>
          <p:cNvSpPr txBox="1"/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Operativo</a:t>
            </a:r>
            <a:endParaRPr sz="36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0959" y="1014260"/>
            <a:ext cx="12070080" cy="26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s-CL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proceso completo de interacción del usuario con SmartSwim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117044"/>
            <a:ext cx="2160000" cy="278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336" y="2162174"/>
            <a:ext cx="246268" cy="39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00474" y="2117044"/>
            <a:ext cx="2160000" cy="278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7953" y="2143124"/>
            <a:ext cx="246268" cy="39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9948" y="2117044"/>
            <a:ext cx="2160000" cy="278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3654" y="2143124"/>
            <a:ext cx="246268" cy="39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39868" y="2117044"/>
            <a:ext cx="2160000" cy="2784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76423" y="2143124"/>
            <a:ext cx="246268" cy="39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62637" y="2117044"/>
            <a:ext cx="2160000" cy="2784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p11"/>
          <p:cNvGrpSpPr/>
          <p:nvPr/>
        </p:nvGrpSpPr>
        <p:grpSpPr>
          <a:xfrm>
            <a:off x="1138125" y="2332322"/>
            <a:ext cx="571500" cy="571500"/>
            <a:chOff x="1080314" y="1866900"/>
            <a:chExt cx="571500" cy="571500"/>
          </a:xfrm>
        </p:grpSpPr>
        <p:pic>
          <p:nvPicPr>
            <p:cNvPr id="410" name="Google Shape;410;p11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80314" y="18669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11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223189" y="2000250"/>
              <a:ext cx="28575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11"/>
          <p:cNvGrpSpPr/>
          <p:nvPr/>
        </p:nvGrpSpPr>
        <p:grpSpPr>
          <a:xfrm>
            <a:off x="3352176" y="2322796"/>
            <a:ext cx="571500" cy="571500"/>
            <a:chOff x="3399801" y="1866900"/>
            <a:chExt cx="571500" cy="571500"/>
          </a:xfrm>
        </p:grpSpPr>
        <p:pic>
          <p:nvPicPr>
            <p:cNvPr id="413" name="Google Shape;413;p11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399801" y="18669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11" descr="preencoded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3571251" y="2000250"/>
              <a:ext cx="2286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5" name="Google Shape;415;p11"/>
          <p:cNvGrpSpPr/>
          <p:nvPr/>
        </p:nvGrpSpPr>
        <p:grpSpPr>
          <a:xfrm>
            <a:off x="5571305" y="2299211"/>
            <a:ext cx="571500" cy="571500"/>
            <a:chOff x="5762298" y="1866900"/>
            <a:chExt cx="571500" cy="571500"/>
          </a:xfrm>
        </p:grpSpPr>
        <p:pic>
          <p:nvPicPr>
            <p:cNvPr id="416" name="Google Shape;416;p11" descr="preencoded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62298" y="18669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1" descr="preencoded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905173" y="2000250"/>
              <a:ext cx="28575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11"/>
          <p:cNvGrpSpPr/>
          <p:nvPr/>
        </p:nvGrpSpPr>
        <p:grpSpPr>
          <a:xfrm>
            <a:off x="7791421" y="2322796"/>
            <a:ext cx="571500" cy="571500"/>
            <a:chOff x="8216028" y="1866900"/>
            <a:chExt cx="571500" cy="571500"/>
          </a:xfrm>
        </p:grpSpPr>
        <p:pic>
          <p:nvPicPr>
            <p:cNvPr id="419" name="Google Shape;419;p11" descr="preencoded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8216028" y="18669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1" descr="preencoded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401765" y="2000250"/>
              <a:ext cx="200025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1" name="Google Shape;421;p11"/>
          <p:cNvGrpSpPr/>
          <p:nvPr/>
        </p:nvGrpSpPr>
        <p:grpSpPr>
          <a:xfrm>
            <a:off x="10031157" y="2322796"/>
            <a:ext cx="571500" cy="571500"/>
            <a:chOff x="10743427" y="1866900"/>
            <a:chExt cx="571500" cy="571500"/>
          </a:xfrm>
        </p:grpSpPr>
        <p:pic>
          <p:nvPicPr>
            <p:cNvPr id="422" name="Google Shape;422;p11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743427" y="18669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11" descr="preencoded.png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10914877" y="2000250"/>
              <a:ext cx="2286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" name="Google Shape;424;p11"/>
          <p:cNvSpPr/>
          <p:nvPr/>
        </p:nvSpPr>
        <p:spPr>
          <a:xfrm>
            <a:off x="388619" y="3028950"/>
            <a:ext cx="214863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Registro e Inicio de Sesión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377257" y="3698482"/>
            <a:ext cx="2148640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Usuarios se registran o inicia sesión con Supabase Auth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2600473" y="3028951"/>
            <a:ext cx="211696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Metas y Cuestionario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2600115" y="3702616"/>
            <a:ext cx="2135948" cy="58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Completar cuestionario inicial y definir metas de entrenamiento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4819947" y="3014890"/>
            <a:ext cx="210862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Generación con IA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819946" y="3688555"/>
            <a:ext cx="2134137" cy="691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API llama a Gemini-2.5-flash para generar plan personalizado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7038419" y="3019425"/>
            <a:ext cx="198083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7037072" y="3702616"/>
            <a:ext cx="2150367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Plan validado por FastAPI y almacenado en Supabase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9274168" y="3003370"/>
            <a:ext cx="215777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None/>
            </a:pPr>
            <a:r>
              <a:rPr lang="es-CL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Visualización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9266756" y="3682378"/>
            <a:ext cx="2155881" cy="58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Arial"/>
              <a:buNone/>
            </a:pPr>
            <a:r>
              <a:rPr lang="es-CL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App móvil lee y presenta el plan; usuario registra métricas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 flipH="1">
            <a:off x="0" y="-2"/>
            <a:ext cx="4125976" cy="6858002"/>
          </a:xfrm>
          <a:custGeom>
            <a:avLst/>
            <a:gdLst/>
            <a:ahLst/>
            <a:cxnLst/>
            <a:rect l="l" t="t" r="r" b="b"/>
            <a:pathLst>
              <a:path w="4125976" h="6858002" extrusionOk="0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 txBox="1">
            <a:spLocks noGrp="1"/>
          </p:cNvSpPr>
          <p:nvPr>
            <p:ph type="title"/>
          </p:nvPr>
        </p:nvSpPr>
        <p:spPr>
          <a:xfrm>
            <a:off x="206477" y="-2"/>
            <a:ext cx="3421626" cy="664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441" name="Google Shape;441;p12"/>
          <p:cNvGraphicFramePr/>
          <p:nvPr/>
        </p:nvGraphicFramePr>
        <p:xfrm>
          <a:off x="4322619" y="1665009"/>
          <a:ext cx="7547950" cy="2587110"/>
        </p:xfrm>
        <a:graphic>
          <a:graphicData uri="http://schemas.openxmlformats.org/drawingml/2006/table">
            <a:tbl>
              <a:tblPr>
                <a:noFill/>
                <a:tableStyleId>{935571FF-6241-4D92-8A2D-140817A06EC1}</a:tableStyleId>
              </a:tblPr>
              <a:tblGrid>
                <a:gridCol w="7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ID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Módulo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Rol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Objetivo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Beneficio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Criterios de Aceptación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HU-01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Autenticación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Nadador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Registro por correo seguro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Acceso personalizado SmartSwim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Validación formato y fuerza contraseña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HU-05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Generación IA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Usuario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Solicitar plan personalizado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Propuesta adaptada y validada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API, IA Gemini-2.5-flash, JSON</a:t>
                      </a:r>
                      <a:endParaRPr sz="1400" u="none" strike="noStrike" cap="none"/>
                    </a:p>
                  </a:txBody>
                  <a:tcPr marL="42400" marR="42400" marT="42400" marB="4240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0" y="0"/>
            <a:ext cx="12188825" cy="2284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0" y="0"/>
            <a:ext cx="12192000" cy="2284214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13"/>
          <p:cNvPicPr preferRelativeResize="0"/>
          <p:nvPr/>
        </p:nvPicPr>
        <p:blipFill rotWithShape="1">
          <a:blip r:embed="rId4">
            <a:alphaModFix/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3"/>
          <p:cNvSpPr txBox="1"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L" sz="4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4400" dirty="0">
              <a:solidFill>
                <a:srgbClr val="FFFFFF"/>
              </a:solidFill>
            </a:endParaRPr>
          </a:p>
        </p:txBody>
      </p:sp>
      <p:graphicFrame>
        <p:nvGraphicFramePr>
          <p:cNvPr id="451" name="Google Shape;451;p13"/>
          <p:cNvGraphicFramePr/>
          <p:nvPr/>
        </p:nvGraphicFramePr>
        <p:xfrm>
          <a:off x="399011" y="2525484"/>
          <a:ext cx="11321950" cy="3081945"/>
        </p:xfrm>
        <a:graphic>
          <a:graphicData uri="http://schemas.openxmlformats.org/drawingml/2006/table">
            <a:tbl>
              <a:tblPr>
                <a:noFill/>
                <a:tableStyleId>{935571FF-6241-4D92-8A2D-140817A06EC1}</a:tableStyleId>
              </a:tblPr>
              <a:tblGrid>
                <a:gridCol w="44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70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3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9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ID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Módulo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Actor Principal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Propósito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Precondiciones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Flujo Principal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Flujo Alternativo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b="1" u="none" strike="noStrike" cap="none"/>
                        <a:t>Postcondición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CU-03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Autenticación Supabase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Usuario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Autenticar acceso seguro en la app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Credenciales válidas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Email/contraseña → Supabase Auth → retorna JWT → local → requests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Falla: error, recuperación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Usuario autenticado, JWT válido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CU-05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Generación de Planes IA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Usuario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Solicitar plan personalizado con IA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Meta activa registrada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Solicitud → Tarea api → IA Gemini 2.5 flash → Validación → Almacenamiento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Reintentos si IA falla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strike="noStrike" cap="none"/>
                        <a:t>Plan generado y vinculado</a:t>
                      </a:r>
                      <a:endParaRPr sz="1400" u="none" strike="noStrike" cap="none"/>
                    </a:p>
                  </a:txBody>
                  <a:tcPr marL="34650" marR="34650" marT="34650" marB="34650" anchor="ctr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/>
          <p:cNvSpPr txBox="1">
            <a:spLocks noGrp="1"/>
          </p:cNvSpPr>
          <p:nvPr>
            <p:ph type="title"/>
          </p:nvPr>
        </p:nvSpPr>
        <p:spPr>
          <a:xfrm>
            <a:off x="997352" y="2962507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6000" dirty="0"/>
              <a:t>Pantallazos</a:t>
            </a:r>
            <a:endParaRPr sz="6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5">
          <a:extLst>
            <a:ext uri="{FF2B5EF4-FFF2-40B4-BE49-F238E27FC236}">
              <a16:creationId xmlns:a16="http://schemas.microsoft.com/office/drawing/2014/main" id="{F02AAC4E-7423-86A4-19F4-D57A713F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4">
            <a:extLst>
              <a:ext uri="{FF2B5EF4-FFF2-40B4-BE49-F238E27FC236}">
                <a16:creationId xmlns:a16="http://schemas.microsoft.com/office/drawing/2014/main" id="{DB22A0FB-3A1E-198D-A807-1E2B9DDBFA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ECD18342-332F-18F9-C1F3-F0A9C06B0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dirty="0"/>
              <a:t>Pantallazos</a:t>
            </a:r>
            <a:endParaRPr sz="4000"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4FE571C-145F-5D3C-8A6D-BC9D2CE95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781" y="0"/>
            <a:ext cx="3086100" cy="6858000"/>
          </a:xfrm>
          <a:prstGeom prst="rect">
            <a:avLst/>
          </a:prstGeom>
        </p:spPr>
      </p:pic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DE2EE9D-FA00-BFFD-9913-600FE85F7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922" y="0"/>
            <a:ext cx="3086100" cy="6858000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7F27655-3AD0-1446-8B3A-626C34F02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8300" y="0"/>
            <a:ext cx="3086100" cy="6858000"/>
          </a:xfrm>
          <a:prstGeom prst="rect">
            <a:avLst/>
          </a:prstGeom>
        </p:spPr>
      </p:pic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35800CD-845B-0047-0056-37B3B97977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1786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49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5">
          <a:extLst>
            <a:ext uri="{FF2B5EF4-FFF2-40B4-BE49-F238E27FC236}">
              <a16:creationId xmlns:a16="http://schemas.microsoft.com/office/drawing/2014/main" id="{6B4EC0EB-6637-E2CF-B3D2-D794C14D6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4">
            <a:extLst>
              <a:ext uri="{FF2B5EF4-FFF2-40B4-BE49-F238E27FC236}">
                <a16:creationId xmlns:a16="http://schemas.microsoft.com/office/drawing/2014/main" id="{CDBEFA40-D4B6-AE45-7B24-9F45858B6D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72584BF7-9FA9-1D75-7EDD-5EBC9E85E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dirty="0"/>
              <a:t>Pantallazos</a:t>
            </a:r>
            <a:endParaRPr sz="4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524FF5-08DD-AEAC-97CC-EDDFEBD713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868CAE-F868-37FD-B3C3-52C6D1DEAB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3A3694-F733-05F0-E7E6-1B667D28EB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728B78-88DE-7399-9424-4FF6B1E3CC9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-1786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12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5">
          <a:extLst>
            <a:ext uri="{FF2B5EF4-FFF2-40B4-BE49-F238E27FC236}">
              <a16:creationId xmlns:a16="http://schemas.microsoft.com/office/drawing/2014/main" id="{64B496FB-1F36-9E31-CCB2-102E8F12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4">
            <a:extLst>
              <a:ext uri="{FF2B5EF4-FFF2-40B4-BE49-F238E27FC236}">
                <a16:creationId xmlns:a16="http://schemas.microsoft.com/office/drawing/2014/main" id="{B1D63FC6-B172-6A91-498A-5E43090D70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932F40E9-7C7E-7230-C0BD-4E062A8DA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dirty="0"/>
              <a:t>Pantallazos</a:t>
            </a:r>
            <a:endParaRPr sz="4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2CE1E0-CDD8-4AD4-72B4-45070E3C28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D031B3-6D34-BBFB-4066-19BBDDF51B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6AD5ADB-60A6-9736-EF3C-4656744A7C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BA5361-9F2D-B97F-93AD-EED63CC03DD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-1786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88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5">
          <a:extLst>
            <a:ext uri="{FF2B5EF4-FFF2-40B4-BE49-F238E27FC236}">
              <a16:creationId xmlns:a16="http://schemas.microsoft.com/office/drawing/2014/main" id="{4C165276-410B-1FD6-0ADB-8E60720B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14">
            <a:extLst>
              <a:ext uri="{FF2B5EF4-FFF2-40B4-BE49-F238E27FC236}">
                <a16:creationId xmlns:a16="http://schemas.microsoft.com/office/drawing/2014/main" id="{7F466D29-80BB-E595-14D2-CEF515B5F9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>
            <a:extLst>
              <a:ext uri="{FF2B5EF4-FFF2-40B4-BE49-F238E27FC236}">
                <a16:creationId xmlns:a16="http://schemas.microsoft.com/office/drawing/2014/main" id="{D8767ED2-863D-58AC-3F27-E35C0B0C6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dirty="0"/>
              <a:t>Pantallazos</a:t>
            </a:r>
            <a:endParaRPr sz="4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CDC2DF-8263-D155-EE56-30D5ABEC4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40CD436-25A6-3F48-9C16-FE8F657608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4717D9-24DC-65B3-C54F-A5D4E29FFA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A40EF5-603D-98FC-095C-BA3628CFFDB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-1786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29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 txBox="1">
            <a:spLocks noGrp="1"/>
          </p:cNvSpPr>
          <p:nvPr>
            <p:ph type="title"/>
          </p:nvPr>
        </p:nvSpPr>
        <p:spPr>
          <a:xfrm>
            <a:off x="685802" y="249089"/>
            <a:ext cx="10131425" cy="1456267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s-CL" b="1" dirty="0"/>
              <a:t>Conclusiones</a:t>
            </a:r>
          </a:p>
        </p:txBody>
      </p:sp>
      <p:graphicFrame>
        <p:nvGraphicFramePr>
          <p:cNvPr id="479" name="Google Shape;477;p16">
            <a:extLst>
              <a:ext uri="{FF2B5EF4-FFF2-40B4-BE49-F238E27FC236}">
                <a16:creationId xmlns:a16="http://schemas.microsoft.com/office/drawing/2014/main" id="{61EB43B5-365C-333F-2085-42BB9DCC41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5818443"/>
              </p:ext>
            </p:extLst>
          </p:nvPr>
        </p:nvGraphicFramePr>
        <p:xfrm>
          <a:off x="497841" y="1625600"/>
          <a:ext cx="10319386" cy="4983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Words>1364</Words>
  <Application>Microsoft Office PowerPoint</Application>
  <PresentationFormat>Panorámica</PresentationFormat>
  <Paragraphs>228</Paragraphs>
  <Slides>27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quote-cjk-patch</vt:lpstr>
      <vt:lpstr>Celestial</vt:lpstr>
      <vt:lpstr>PRESENTACIÓN CAPSTONE </vt:lpstr>
      <vt:lpstr>Contenido</vt:lpstr>
      <vt:lpstr>Introducción</vt:lpstr>
      <vt:lpstr>Introducción</vt:lpstr>
      <vt:lpstr>Tecnología clave</vt:lpstr>
      <vt:lpstr>Situación Actual</vt:lpstr>
      <vt:lpstr>Problema</vt:lpstr>
      <vt:lpstr>Objetivos</vt:lpstr>
      <vt:lpstr>Alternativas de Solución</vt:lpstr>
      <vt:lpstr>Alternativa Escogida</vt:lpstr>
      <vt:lpstr>Presentación de PowerPoint</vt:lpstr>
      <vt:lpstr>Indicadores Económicos</vt:lpstr>
      <vt:lpstr>COMPARATIVA DE INVERSIÓN Y MEJORA </vt:lpstr>
      <vt:lpstr>Flujo de Caja</vt:lpstr>
      <vt:lpstr>Indicadores Económicos</vt:lpstr>
      <vt:lpstr>Modelo comercial (esquema con 3 opciones)</vt:lpstr>
      <vt:lpstr>Indicadores Económicos</vt:lpstr>
      <vt:lpstr>Implementación</vt:lpstr>
      <vt:lpstr>Presentación de PowerPoint</vt:lpstr>
      <vt:lpstr>HISTORIAS DE USUARIO</vt:lpstr>
      <vt:lpstr>Casos de Uso</vt:lpstr>
      <vt:lpstr>Pantallazos</vt:lpstr>
      <vt:lpstr>Pantallazos</vt:lpstr>
      <vt:lpstr>Pantallazos</vt:lpstr>
      <vt:lpstr>Pantallazos</vt:lpstr>
      <vt:lpstr>Pantallazos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Lagos</dc:creator>
  <cp:lastModifiedBy>JORGE . MERINO MERINO</cp:lastModifiedBy>
  <cp:revision>41</cp:revision>
  <dcterms:created xsi:type="dcterms:W3CDTF">2025-09-15T00:50:22Z</dcterms:created>
  <dcterms:modified xsi:type="dcterms:W3CDTF">2025-11-04T05:48:52Z</dcterms:modified>
</cp:coreProperties>
</file>